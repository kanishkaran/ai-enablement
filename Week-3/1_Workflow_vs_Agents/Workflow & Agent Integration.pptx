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1713476506" r:id="rId5"/>
    <p:sldId id="258" r:id="rId6"/>
    <p:sldId id="1713476511" r:id="rId7"/>
    <p:sldId id="1713476510" r:id="rId8"/>
    <p:sldId id="1713476512" r:id="rId9"/>
    <p:sldId id="1713476513" r:id="rId10"/>
    <p:sldId id="1713476514" r:id="rId11"/>
    <p:sldId id="1713476517" r:id="rId12"/>
    <p:sldId id="1713476515" r:id="rId13"/>
    <p:sldId id="1713476516" r:id="rId14"/>
    <p:sldId id="259" r:id="rId15"/>
    <p:sldId id="1713476492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128A0-8BE5-324A-9BAA-54A823570FEE}" v="3" dt="2023-01-26T21:55:25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2"/>
    <p:restoredTop sz="96327"/>
  </p:normalViewPr>
  <p:slideViewPr>
    <p:cSldViewPr snapToGrid="0" snapToObjects="1">
      <p:cViewPr varScale="1">
        <p:scale>
          <a:sx n="140" d="100"/>
          <a:sy n="140" d="100"/>
        </p:scale>
        <p:origin x="21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68" d="100"/>
          <a:sy n="168" d="100"/>
        </p:scale>
        <p:origin x="664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263B20-CEB5-43AA-8C94-DFAF16FD63DB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1E46BB1-9AFA-452C-BBDF-6F04740E5B28}">
      <dgm:prSet/>
      <dgm:spPr/>
      <dgm:t>
        <a:bodyPr/>
        <a:lstStyle/>
        <a:p>
          <a:r>
            <a:rPr lang="en-US"/>
            <a:t>Customer Support Ticket Handling in a SaaS Product</a:t>
          </a:r>
        </a:p>
      </dgm:t>
    </dgm:pt>
    <dgm:pt modelId="{F11A7BAE-E625-446B-80A8-E915555E7DE5}" type="parTrans" cxnId="{415CACA2-7D37-452F-A1F6-3045F45B00AF}">
      <dgm:prSet/>
      <dgm:spPr/>
      <dgm:t>
        <a:bodyPr/>
        <a:lstStyle/>
        <a:p>
          <a:endParaRPr lang="en-US"/>
        </a:p>
      </dgm:t>
    </dgm:pt>
    <dgm:pt modelId="{6C48DE2A-5582-4D74-B991-A207ECA70967}" type="sibTrans" cxnId="{415CACA2-7D37-452F-A1F6-3045F45B00AF}">
      <dgm:prSet/>
      <dgm:spPr/>
      <dgm:t>
        <a:bodyPr/>
        <a:lstStyle/>
        <a:p>
          <a:endParaRPr lang="en-US"/>
        </a:p>
      </dgm:t>
    </dgm:pt>
    <dgm:pt modelId="{2604C05F-3C52-4E08-9850-928F84E88811}">
      <dgm:prSet/>
      <dgm:spPr/>
      <dgm:t>
        <a:bodyPr/>
        <a:lstStyle/>
        <a:p>
          <a:r>
            <a:rPr lang="en-US"/>
            <a:t>Involves diagnosis, routing, and resolution</a:t>
          </a:r>
        </a:p>
      </dgm:t>
    </dgm:pt>
    <dgm:pt modelId="{645513B1-2DD1-4814-829A-9F9EBB4EC445}" type="parTrans" cxnId="{442E831F-1883-4CD5-96E3-E73D1EA9095C}">
      <dgm:prSet/>
      <dgm:spPr/>
      <dgm:t>
        <a:bodyPr/>
        <a:lstStyle/>
        <a:p>
          <a:endParaRPr lang="en-US"/>
        </a:p>
      </dgm:t>
    </dgm:pt>
    <dgm:pt modelId="{B59EDF40-CAF7-40AE-87F0-1B27B17E4CBC}" type="sibTrans" cxnId="{442E831F-1883-4CD5-96E3-E73D1EA9095C}">
      <dgm:prSet/>
      <dgm:spPr/>
      <dgm:t>
        <a:bodyPr/>
        <a:lstStyle/>
        <a:p>
          <a:endParaRPr lang="en-US"/>
        </a:p>
      </dgm:t>
    </dgm:pt>
    <dgm:pt modelId="{C7C02017-DEC4-48AB-BC1A-050263B43A59}">
      <dgm:prSet/>
      <dgm:spPr/>
      <dgm:t>
        <a:bodyPr/>
        <a:lstStyle/>
        <a:p>
          <a:r>
            <a:rPr lang="en-US"/>
            <a:t>Common across IT, product, and operations teams</a:t>
          </a:r>
        </a:p>
      </dgm:t>
    </dgm:pt>
    <dgm:pt modelId="{78FA2650-F4AD-40ED-9F10-C70CBF589D05}" type="parTrans" cxnId="{E6ED1BAF-4822-41B1-927D-CD9D80DC864F}">
      <dgm:prSet/>
      <dgm:spPr/>
      <dgm:t>
        <a:bodyPr/>
        <a:lstStyle/>
        <a:p>
          <a:endParaRPr lang="en-US"/>
        </a:p>
      </dgm:t>
    </dgm:pt>
    <dgm:pt modelId="{109B6849-C723-4E9A-BC7C-E1309B272115}" type="sibTrans" cxnId="{E6ED1BAF-4822-41B1-927D-CD9D80DC864F}">
      <dgm:prSet/>
      <dgm:spPr/>
      <dgm:t>
        <a:bodyPr/>
        <a:lstStyle/>
        <a:p>
          <a:endParaRPr lang="en-US"/>
        </a:p>
      </dgm:t>
    </dgm:pt>
    <dgm:pt modelId="{CE49262D-69BE-4343-B742-59AC5008BB95}" type="pres">
      <dgm:prSet presAssocID="{A2263B20-CEB5-43AA-8C94-DFAF16FD63DB}" presName="root" presStyleCnt="0">
        <dgm:presLayoutVars>
          <dgm:dir/>
          <dgm:resizeHandles val="exact"/>
        </dgm:presLayoutVars>
      </dgm:prSet>
      <dgm:spPr/>
    </dgm:pt>
    <dgm:pt modelId="{F3F54EB3-B880-479A-BD1A-5EB10A78D2C5}" type="pres">
      <dgm:prSet presAssocID="{D1E46BB1-9AFA-452C-BBDF-6F04740E5B28}" presName="compNode" presStyleCnt="0"/>
      <dgm:spPr/>
    </dgm:pt>
    <dgm:pt modelId="{97045DE5-E46B-4D47-A0B6-8F9202E95958}" type="pres">
      <dgm:prSet presAssocID="{D1E46BB1-9AFA-452C-BBDF-6F04740E5B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A2A5787-67F4-4DA7-945A-71A52C325419}" type="pres">
      <dgm:prSet presAssocID="{D1E46BB1-9AFA-452C-BBDF-6F04740E5B28}" presName="spaceRect" presStyleCnt="0"/>
      <dgm:spPr/>
    </dgm:pt>
    <dgm:pt modelId="{B837CF4E-0F7B-4F62-8F30-EEC3251E57CD}" type="pres">
      <dgm:prSet presAssocID="{D1E46BB1-9AFA-452C-BBDF-6F04740E5B28}" presName="textRect" presStyleLbl="revTx" presStyleIdx="0" presStyleCnt="3">
        <dgm:presLayoutVars>
          <dgm:chMax val="1"/>
          <dgm:chPref val="1"/>
        </dgm:presLayoutVars>
      </dgm:prSet>
      <dgm:spPr/>
    </dgm:pt>
    <dgm:pt modelId="{2E529F7C-A633-4E32-9139-CCE4B0F08A51}" type="pres">
      <dgm:prSet presAssocID="{6C48DE2A-5582-4D74-B991-A207ECA70967}" presName="sibTrans" presStyleCnt="0"/>
      <dgm:spPr/>
    </dgm:pt>
    <dgm:pt modelId="{5470DD70-353B-4994-B2E1-F20C2D9A8EE2}" type="pres">
      <dgm:prSet presAssocID="{2604C05F-3C52-4E08-9850-928F84E88811}" presName="compNode" presStyleCnt="0"/>
      <dgm:spPr/>
    </dgm:pt>
    <dgm:pt modelId="{46DAEA4A-7C23-41FF-89CB-99D33F9AA7F9}" type="pres">
      <dgm:prSet presAssocID="{2604C05F-3C52-4E08-9850-928F84E888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8616F296-7440-4C0A-A7F6-AB60D2B4DECC}" type="pres">
      <dgm:prSet presAssocID="{2604C05F-3C52-4E08-9850-928F84E88811}" presName="spaceRect" presStyleCnt="0"/>
      <dgm:spPr/>
    </dgm:pt>
    <dgm:pt modelId="{D0AE4D24-2018-46C7-B8AC-A7FE32634F0B}" type="pres">
      <dgm:prSet presAssocID="{2604C05F-3C52-4E08-9850-928F84E88811}" presName="textRect" presStyleLbl="revTx" presStyleIdx="1" presStyleCnt="3">
        <dgm:presLayoutVars>
          <dgm:chMax val="1"/>
          <dgm:chPref val="1"/>
        </dgm:presLayoutVars>
      </dgm:prSet>
      <dgm:spPr/>
    </dgm:pt>
    <dgm:pt modelId="{CABF757D-BA0E-4ED9-BA64-1094A4234585}" type="pres">
      <dgm:prSet presAssocID="{B59EDF40-CAF7-40AE-87F0-1B27B17E4CBC}" presName="sibTrans" presStyleCnt="0"/>
      <dgm:spPr/>
    </dgm:pt>
    <dgm:pt modelId="{DCAF4500-F732-4C60-9C51-696E0427D4C8}" type="pres">
      <dgm:prSet presAssocID="{C7C02017-DEC4-48AB-BC1A-050263B43A59}" presName="compNode" presStyleCnt="0"/>
      <dgm:spPr/>
    </dgm:pt>
    <dgm:pt modelId="{767EBAE0-96B7-4A3C-A059-971D2F8C799C}" type="pres">
      <dgm:prSet presAssocID="{C7C02017-DEC4-48AB-BC1A-050263B43A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F1C7F8A-127F-4B31-8A73-3E8EC7589AC9}" type="pres">
      <dgm:prSet presAssocID="{C7C02017-DEC4-48AB-BC1A-050263B43A59}" presName="spaceRect" presStyleCnt="0"/>
      <dgm:spPr/>
    </dgm:pt>
    <dgm:pt modelId="{BF746468-07B0-41FD-9F61-20C847A32DF5}" type="pres">
      <dgm:prSet presAssocID="{C7C02017-DEC4-48AB-BC1A-050263B43A5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F681814-4ABD-4264-8549-95C4DE00B1D4}" type="presOf" srcId="{2604C05F-3C52-4E08-9850-928F84E88811}" destId="{D0AE4D24-2018-46C7-B8AC-A7FE32634F0B}" srcOrd="0" destOrd="0" presId="urn:microsoft.com/office/officeart/2018/2/layout/IconLabelList"/>
    <dgm:cxn modelId="{E8CEB11E-9E22-4B67-8092-32D4A1879E89}" type="presOf" srcId="{C7C02017-DEC4-48AB-BC1A-050263B43A59}" destId="{BF746468-07B0-41FD-9F61-20C847A32DF5}" srcOrd="0" destOrd="0" presId="urn:microsoft.com/office/officeart/2018/2/layout/IconLabelList"/>
    <dgm:cxn modelId="{442E831F-1883-4CD5-96E3-E73D1EA9095C}" srcId="{A2263B20-CEB5-43AA-8C94-DFAF16FD63DB}" destId="{2604C05F-3C52-4E08-9850-928F84E88811}" srcOrd="1" destOrd="0" parTransId="{645513B1-2DD1-4814-829A-9F9EBB4EC445}" sibTransId="{B59EDF40-CAF7-40AE-87F0-1B27B17E4CBC}"/>
    <dgm:cxn modelId="{82CD523E-89BF-46C7-956A-C0E829A9E2DC}" type="presOf" srcId="{D1E46BB1-9AFA-452C-BBDF-6F04740E5B28}" destId="{B837CF4E-0F7B-4F62-8F30-EEC3251E57CD}" srcOrd="0" destOrd="0" presId="urn:microsoft.com/office/officeart/2018/2/layout/IconLabelList"/>
    <dgm:cxn modelId="{F87C4846-847B-4928-A8E1-2127F206BE29}" type="presOf" srcId="{A2263B20-CEB5-43AA-8C94-DFAF16FD63DB}" destId="{CE49262D-69BE-4343-B742-59AC5008BB95}" srcOrd="0" destOrd="0" presId="urn:microsoft.com/office/officeart/2018/2/layout/IconLabelList"/>
    <dgm:cxn modelId="{415CACA2-7D37-452F-A1F6-3045F45B00AF}" srcId="{A2263B20-CEB5-43AA-8C94-DFAF16FD63DB}" destId="{D1E46BB1-9AFA-452C-BBDF-6F04740E5B28}" srcOrd="0" destOrd="0" parTransId="{F11A7BAE-E625-446B-80A8-E915555E7DE5}" sibTransId="{6C48DE2A-5582-4D74-B991-A207ECA70967}"/>
    <dgm:cxn modelId="{E6ED1BAF-4822-41B1-927D-CD9D80DC864F}" srcId="{A2263B20-CEB5-43AA-8C94-DFAF16FD63DB}" destId="{C7C02017-DEC4-48AB-BC1A-050263B43A59}" srcOrd="2" destOrd="0" parTransId="{78FA2650-F4AD-40ED-9F10-C70CBF589D05}" sibTransId="{109B6849-C723-4E9A-BC7C-E1309B272115}"/>
    <dgm:cxn modelId="{14704813-61E8-40AD-9BC8-3A52A549628F}" type="presParOf" srcId="{CE49262D-69BE-4343-B742-59AC5008BB95}" destId="{F3F54EB3-B880-479A-BD1A-5EB10A78D2C5}" srcOrd="0" destOrd="0" presId="urn:microsoft.com/office/officeart/2018/2/layout/IconLabelList"/>
    <dgm:cxn modelId="{DEE43065-694F-44E2-9BAE-0E99F77B6EB9}" type="presParOf" srcId="{F3F54EB3-B880-479A-BD1A-5EB10A78D2C5}" destId="{97045DE5-E46B-4D47-A0B6-8F9202E95958}" srcOrd="0" destOrd="0" presId="urn:microsoft.com/office/officeart/2018/2/layout/IconLabelList"/>
    <dgm:cxn modelId="{E47AA437-490A-4C27-A7B0-D352D67A9C7E}" type="presParOf" srcId="{F3F54EB3-B880-479A-BD1A-5EB10A78D2C5}" destId="{7A2A5787-67F4-4DA7-945A-71A52C325419}" srcOrd="1" destOrd="0" presId="urn:microsoft.com/office/officeart/2018/2/layout/IconLabelList"/>
    <dgm:cxn modelId="{E27A2F81-E2FE-4315-AFE5-F09CF751D863}" type="presParOf" srcId="{F3F54EB3-B880-479A-BD1A-5EB10A78D2C5}" destId="{B837CF4E-0F7B-4F62-8F30-EEC3251E57CD}" srcOrd="2" destOrd="0" presId="urn:microsoft.com/office/officeart/2018/2/layout/IconLabelList"/>
    <dgm:cxn modelId="{ECEE7235-B066-41ED-9DD0-9E2681941A97}" type="presParOf" srcId="{CE49262D-69BE-4343-B742-59AC5008BB95}" destId="{2E529F7C-A633-4E32-9139-CCE4B0F08A51}" srcOrd="1" destOrd="0" presId="urn:microsoft.com/office/officeart/2018/2/layout/IconLabelList"/>
    <dgm:cxn modelId="{513D7D0C-2EFF-4BF7-9C7D-6FB8E9341FA5}" type="presParOf" srcId="{CE49262D-69BE-4343-B742-59AC5008BB95}" destId="{5470DD70-353B-4994-B2E1-F20C2D9A8EE2}" srcOrd="2" destOrd="0" presId="urn:microsoft.com/office/officeart/2018/2/layout/IconLabelList"/>
    <dgm:cxn modelId="{83E376C4-F241-4F8E-BB98-C3859509B96B}" type="presParOf" srcId="{5470DD70-353B-4994-B2E1-F20C2D9A8EE2}" destId="{46DAEA4A-7C23-41FF-89CB-99D33F9AA7F9}" srcOrd="0" destOrd="0" presId="urn:microsoft.com/office/officeart/2018/2/layout/IconLabelList"/>
    <dgm:cxn modelId="{CBFC3589-B791-4669-9CD3-70FADE6EF1BB}" type="presParOf" srcId="{5470DD70-353B-4994-B2E1-F20C2D9A8EE2}" destId="{8616F296-7440-4C0A-A7F6-AB60D2B4DECC}" srcOrd="1" destOrd="0" presId="urn:microsoft.com/office/officeart/2018/2/layout/IconLabelList"/>
    <dgm:cxn modelId="{9C39DF77-A3C0-4F53-9D5A-AEB09089D841}" type="presParOf" srcId="{5470DD70-353B-4994-B2E1-F20C2D9A8EE2}" destId="{D0AE4D24-2018-46C7-B8AC-A7FE32634F0B}" srcOrd="2" destOrd="0" presId="urn:microsoft.com/office/officeart/2018/2/layout/IconLabelList"/>
    <dgm:cxn modelId="{2468ACF1-C48A-47DC-9876-E6AFB8C114D5}" type="presParOf" srcId="{CE49262D-69BE-4343-B742-59AC5008BB95}" destId="{CABF757D-BA0E-4ED9-BA64-1094A4234585}" srcOrd="3" destOrd="0" presId="urn:microsoft.com/office/officeart/2018/2/layout/IconLabelList"/>
    <dgm:cxn modelId="{67777923-5583-4E1E-A3CB-431D2320546B}" type="presParOf" srcId="{CE49262D-69BE-4343-B742-59AC5008BB95}" destId="{DCAF4500-F732-4C60-9C51-696E0427D4C8}" srcOrd="4" destOrd="0" presId="urn:microsoft.com/office/officeart/2018/2/layout/IconLabelList"/>
    <dgm:cxn modelId="{73FD3C15-027E-49CB-94FD-F79EF519AC44}" type="presParOf" srcId="{DCAF4500-F732-4C60-9C51-696E0427D4C8}" destId="{767EBAE0-96B7-4A3C-A059-971D2F8C799C}" srcOrd="0" destOrd="0" presId="urn:microsoft.com/office/officeart/2018/2/layout/IconLabelList"/>
    <dgm:cxn modelId="{51225B8A-3DA5-4EF7-A838-A61324625BDB}" type="presParOf" srcId="{DCAF4500-F732-4C60-9C51-696E0427D4C8}" destId="{8F1C7F8A-127F-4B31-8A73-3E8EC7589AC9}" srcOrd="1" destOrd="0" presId="urn:microsoft.com/office/officeart/2018/2/layout/IconLabelList"/>
    <dgm:cxn modelId="{AC364798-7BD5-4E2C-A79E-FB4C31382EDE}" type="presParOf" srcId="{DCAF4500-F732-4C60-9C51-696E0427D4C8}" destId="{BF746468-07B0-41FD-9F61-20C847A32DF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2F8972-9463-42B8-906C-E419EF6135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474C48A-BFEA-486B-94A9-20DCA64566EE}">
      <dgm:prSet/>
      <dgm:spPr/>
      <dgm:t>
        <a:bodyPr/>
        <a:lstStyle/>
        <a:p>
          <a:r>
            <a:rPr lang="en-US"/>
            <a:t>Receive Ticket</a:t>
          </a:r>
        </a:p>
      </dgm:t>
    </dgm:pt>
    <dgm:pt modelId="{27E5FB29-AB43-43AE-A7AE-9D90C1DD4C84}" type="parTrans" cxnId="{A61909E9-EA59-4355-B54C-0C4082B1B448}">
      <dgm:prSet/>
      <dgm:spPr/>
      <dgm:t>
        <a:bodyPr/>
        <a:lstStyle/>
        <a:p>
          <a:endParaRPr lang="en-US"/>
        </a:p>
      </dgm:t>
    </dgm:pt>
    <dgm:pt modelId="{3BD25B63-4961-46BE-AC0A-A2295CE0F396}" type="sibTrans" cxnId="{A61909E9-EA59-4355-B54C-0C4082B1B448}">
      <dgm:prSet/>
      <dgm:spPr/>
      <dgm:t>
        <a:bodyPr/>
        <a:lstStyle/>
        <a:p>
          <a:endParaRPr lang="en-US"/>
        </a:p>
      </dgm:t>
    </dgm:pt>
    <dgm:pt modelId="{1C6DA6FD-B968-49F6-B8C2-D499D583E0A5}">
      <dgm:prSet/>
      <dgm:spPr/>
      <dgm:t>
        <a:bodyPr/>
        <a:lstStyle/>
        <a:p>
          <a:r>
            <a:rPr lang="en-US"/>
            <a:t>Classify Issue (Billing, Technical, General)</a:t>
          </a:r>
        </a:p>
      </dgm:t>
    </dgm:pt>
    <dgm:pt modelId="{16659764-16DC-4BA8-8E8B-73F809544D07}" type="parTrans" cxnId="{7A94F8D7-D02B-48D0-B3D6-F07A9F355F1D}">
      <dgm:prSet/>
      <dgm:spPr/>
      <dgm:t>
        <a:bodyPr/>
        <a:lstStyle/>
        <a:p>
          <a:endParaRPr lang="en-US"/>
        </a:p>
      </dgm:t>
    </dgm:pt>
    <dgm:pt modelId="{310207B8-B86A-439B-91C1-DC216C0F9994}" type="sibTrans" cxnId="{7A94F8D7-D02B-48D0-B3D6-F07A9F355F1D}">
      <dgm:prSet/>
      <dgm:spPr/>
      <dgm:t>
        <a:bodyPr/>
        <a:lstStyle/>
        <a:p>
          <a:endParaRPr lang="en-US"/>
        </a:p>
      </dgm:t>
    </dgm:pt>
    <dgm:pt modelId="{60F09F1F-E54D-4563-8922-440C58F2B520}">
      <dgm:prSet/>
      <dgm:spPr/>
      <dgm:t>
        <a:bodyPr/>
        <a:lstStyle/>
        <a:p>
          <a:r>
            <a:rPr lang="en-US"/>
            <a:t>Route to Correct Team</a:t>
          </a:r>
        </a:p>
      </dgm:t>
    </dgm:pt>
    <dgm:pt modelId="{81503507-328A-4AE9-8CD9-729BCB03E8DB}" type="parTrans" cxnId="{EC5A8EE5-59B1-4AA3-857A-3A14E37FCEFE}">
      <dgm:prSet/>
      <dgm:spPr/>
      <dgm:t>
        <a:bodyPr/>
        <a:lstStyle/>
        <a:p>
          <a:endParaRPr lang="en-US"/>
        </a:p>
      </dgm:t>
    </dgm:pt>
    <dgm:pt modelId="{A56C8DCF-F018-4C8C-8384-A8426E6633C6}" type="sibTrans" cxnId="{EC5A8EE5-59B1-4AA3-857A-3A14E37FCEFE}">
      <dgm:prSet/>
      <dgm:spPr/>
      <dgm:t>
        <a:bodyPr/>
        <a:lstStyle/>
        <a:p>
          <a:endParaRPr lang="en-US"/>
        </a:p>
      </dgm:t>
    </dgm:pt>
    <dgm:pt modelId="{DD781746-0EB0-4395-B3BF-2B1620B91D91}">
      <dgm:prSet/>
      <dgm:spPr/>
      <dgm:t>
        <a:bodyPr/>
        <a:lstStyle/>
        <a:p>
          <a:r>
            <a:rPr lang="en-US"/>
            <a:t>Team Resolves Issue</a:t>
          </a:r>
        </a:p>
      </dgm:t>
    </dgm:pt>
    <dgm:pt modelId="{68894F45-DA69-46EC-95AD-6EF1CBE6A947}" type="parTrans" cxnId="{DA24EB21-F342-4C3D-A7C8-E17077731428}">
      <dgm:prSet/>
      <dgm:spPr/>
      <dgm:t>
        <a:bodyPr/>
        <a:lstStyle/>
        <a:p>
          <a:endParaRPr lang="en-US"/>
        </a:p>
      </dgm:t>
    </dgm:pt>
    <dgm:pt modelId="{483DE897-8C14-4D18-A4F8-5CB536F3F4A6}" type="sibTrans" cxnId="{DA24EB21-F342-4C3D-A7C8-E17077731428}">
      <dgm:prSet/>
      <dgm:spPr/>
      <dgm:t>
        <a:bodyPr/>
        <a:lstStyle/>
        <a:p>
          <a:endParaRPr lang="en-US"/>
        </a:p>
      </dgm:t>
    </dgm:pt>
    <dgm:pt modelId="{24894935-2A4D-4E93-AC7A-E2CD201AA6A4}">
      <dgm:prSet/>
      <dgm:spPr/>
      <dgm:t>
        <a:bodyPr/>
        <a:lstStyle/>
        <a:p>
          <a:r>
            <a:rPr lang="en-US"/>
            <a:t>Close Ticket &amp; Notify Customer</a:t>
          </a:r>
        </a:p>
      </dgm:t>
    </dgm:pt>
    <dgm:pt modelId="{793BB931-5926-4BB5-ACC1-373F318D6871}" type="parTrans" cxnId="{447A96AB-8E77-4B1B-AFB7-FB0C6FF7539A}">
      <dgm:prSet/>
      <dgm:spPr/>
      <dgm:t>
        <a:bodyPr/>
        <a:lstStyle/>
        <a:p>
          <a:endParaRPr lang="en-US"/>
        </a:p>
      </dgm:t>
    </dgm:pt>
    <dgm:pt modelId="{0A25CDC5-FF38-43C1-B8A0-0487D8FDFCCD}" type="sibTrans" cxnId="{447A96AB-8E77-4B1B-AFB7-FB0C6FF7539A}">
      <dgm:prSet/>
      <dgm:spPr/>
      <dgm:t>
        <a:bodyPr/>
        <a:lstStyle/>
        <a:p>
          <a:endParaRPr lang="en-US"/>
        </a:p>
      </dgm:t>
    </dgm:pt>
    <dgm:pt modelId="{C5286165-630B-4D5C-9B43-379A6E6CF787}" type="pres">
      <dgm:prSet presAssocID="{FE2F8972-9463-42B8-906C-E419EF61352D}" presName="root" presStyleCnt="0">
        <dgm:presLayoutVars>
          <dgm:dir/>
          <dgm:resizeHandles val="exact"/>
        </dgm:presLayoutVars>
      </dgm:prSet>
      <dgm:spPr/>
    </dgm:pt>
    <dgm:pt modelId="{4C67DADD-B3CA-416F-9D5A-CAF1D39A6C89}" type="pres">
      <dgm:prSet presAssocID="{B474C48A-BFEA-486B-94A9-20DCA64566EE}" presName="compNode" presStyleCnt="0"/>
      <dgm:spPr/>
    </dgm:pt>
    <dgm:pt modelId="{81FDF722-430F-4E20-9B42-126B6793BFDC}" type="pres">
      <dgm:prSet presAssocID="{B474C48A-BFEA-486B-94A9-20DCA64566EE}" presName="bgRect" presStyleLbl="bgShp" presStyleIdx="0" presStyleCnt="5"/>
      <dgm:spPr/>
    </dgm:pt>
    <dgm:pt modelId="{B1FB6E7A-C2B5-4E2D-AFC8-069CB69624A7}" type="pres">
      <dgm:prSet presAssocID="{B474C48A-BFEA-486B-94A9-20DCA64566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2D0911F1-6471-4481-AB4A-ADA8779B0F65}" type="pres">
      <dgm:prSet presAssocID="{B474C48A-BFEA-486B-94A9-20DCA64566EE}" presName="spaceRect" presStyleCnt="0"/>
      <dgm:spPr/>
    </dgm:pt>
    <dgm:pt modelId="{D28B0DEA-1FED-4584-B0CF-3FB9C7BFD611}" type="pres">
      <dgm:prSet presAssocID="{B474C48A-BFEA-486B-94A9-20DCA64566EE}" presName="parTx" presStyleLbl="revTx" presStyleIdx="0" presStyleCnt="5">
        <dgm:presLayoutVars>
          <dgm:chMax val="0"/>
          <dgm:chPref val="0"/>
        </dgm:presLayoutVars>
      </dgm:prSet>
      <dgm:spPr/>
    </dgm:pt>
    <dgm:pt modelId="{DBB71E9E-96D8-499C-9FCC-045264452055}" type="pres">
      <dgm:prSet presAssocID="{3BD25B63-4961-46BE-AC0A-A2295CE0F396}" presName="sibTrans" presStyleCnt="0"/>
      <dgm:spPr/>
    </dgm:pt>
    <dgm:pt modelId="{63A54FC2-16AE-4110-9A0F-84B69FAEE470}" type="pres">
      <dgm:prSet presAssocID="{1C6DA6FD-B968-49F6-B8C2-D499D583E0A5}" presName="compNode" presStyleCnt="0"/>
      <dgm:spPr/>
    </dgm:pt>
    <dgm:pt modelId="{42766E43-8BB5-4078-9B0D-7B76BCD4BE12}" type="pres">
      <dgm:prSet presAssocID="{1C6DA6FD-B968-49F6-B8C2-D499D583E0A5}" presName="bgRect" presStyleLbl="bgShp" presStyleIdx="1" presStyleCnt="5"/>
      <dgm:spPr/>
    </dgm:pt>
    <dgm:pt modelId="{554252DD-1430-496E-ABBB-C300440D17D1}" type="pres">
      <dgm:prSet presAssocID="{1C6DA6FD-B968-49F6-B8C2-D499D583E0A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B4EDC97-1442-4077-A5AC-2EC30871AB6D}" type="pres">
      <dgm:prSet presAssocID="{1C6DA6FD-B968-49F6-B8C2-D499D583E0A5}" presName="spaceRect" presStyleCnt="0"/>
      <dgm:spPr/>
    </dgm:pt>
    <dgm:pt modelId="{65FB06FD-3178-4581-AE20-5F13B9A7B3DE}" type="pres">
      <dgm:prSet presAssocID="{1C6DA6FD-B968-49F6-B8C2-D499D583E0A5}" presName="parTx" presStyleLbl="revTx" presStyleIdx="1" presStyleCnt="5">
        <dgm:presLayoutVars>
          <dgm:chMax val="0"/>
          <dgm:chPref val="0"/>
        </dgm:presLayoutVars>
      </dgm:prSet>
      <dgm:spPr/>
    </dgm:pt>
    <dgm:pt modelId="{9767CDDA-00DD-4202-B3A1-58D9B16FAF2E}" type="pres">
      <dgm:prSet presAssocID="{310207B8-B86A-439B-91C1-DC216C0F9994}" presName="sibTrans" presStyleCnt="0"/>
      <dgm:spPr/>
    </dgm:pt>
    <dgm:pt modelId="{37A41CB2-D49B-4505-977D-9BF6991BFC8D}" type="pres">
      <dgm:prSet presAssocID="{60F09F1F-E54D-4563-8922-440C58F2B520}" presName="compNode" presStyleCnt="0"/>
      <dgm:spPr/>
    </dgm:pt>
    <dgm:pt modelId="{FD03027D-5077-4C0C-B9BE-FB2C5889CFE3}" type="pres">
      <dgm:prSet presAssocID="{60F09F1F-E54D-4563-8922-440C58F2B520}" presName="bgRect" presStyleLbl="bgShp" presStyleIdx="2" presStyleCnt="5"/>
      <dgm:spPr/>
    </dgm:pt>
    <dgm:pt modelId="{8691D167-8B31-46E5-B891-3E8D8A61E7CD}" type="pres">
      <dgm:prSet presAssocID="{60F09F1F-E54D-4563-8922-440C58F2B52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C667041E-47E7-4582-8CC1-5A4EE8317B95}" type="pres">
      <dgm:prSet presAssocID="{60F09F1F-E54D-4563-8922-440C58F2B520}" presName="spaceRect" presStyleCnt="0"/>
      <dgm:spPr/>
    </dgm:pt>
    <dgm:pt modelId="{F7DFDAB6-3D29-4743-83A6-DBBF5D88E65A}" type="pres">
      <dgm:prSet presAssocID="{60F09F1F-E54D-4563-8922-440C58F2B520}" presName="parTx" presStyleLbl="revTx" presStyleIdx="2" presStyleCnt="5">
        <dgm:presLayoutVars>
          <dgm:chMax val="0"/>
          <dgm:chPref val="0"/>
        </dgm:presLayoutVars>
      </dgm:prSet>
      <dgm:spPr/>
    </dgm:pt>
    <dgm:pt modelId="{047E66E5-BAAF-4633-B8BB-9A73CB60EF3B}" type="pres">
      <dgm:prSet presAssocID="{A56C8DCF-F018-4C8C-8384-A8426E6633C6}" presName="sibTrans" presStyleCnt="0"/>
      <dgm:spPr/>
    </dgm:pt>
    <dgm:pt modelId="{0787E32A-848B-46C0-9BF6-7D4D0F8DDA38}" type="pres">
      <dgm:prSet presAssocID="{DD781746-0EB0-4395-B3BF-2B1620B91D91}" presName="compNode" presStyleCnt="0"/>
      <dgm:spPr/>
    </dgm:pt>
    <dgm:pt modelId="{1CC42868-6CD2-416D-90A0-6B6F068E2E8B}" type="pres">
      <dgm:prSet presAssocID="{DD781746-0EB0-4395-B3BF-2B1620B91D91}" presName="bgRect" presStyleLbl="bgShp" presStyleIdx="3" presStyleCnt="5"/>
      <dgm:spPr/>
    </dgm:pt>
    <dgm:pt modelId="{D46BEC29-6856-46B8-91A7-648AA28E46C4}" type="pres">
      <dgm:prSet presAssocID="{DD781746-0EB0-4395-B3BF-2B1620B91D9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C76BCC8-C964-4483-8C08-41E3043EFB0B}" type="pres">
      <dgm:prSet presAssocID="{DD781746-0EB0-4395-B3BF-2B1620B91D91}" presName="spaceRect" presStyleCnt="0"/>
      <dgm:spPr/>
    </dgm:pt>
    <dgm:pt modelId="{EBBFAA9E-2607-4D4D-80F9-FBB4E32CFC28}" type="pres">
      <dgm:prSet presAssocID="{DD781746-0EB0-4395-B3BF-2B1620B91D91}" presName="parTx" presStyleLbl="revTx" presStyleIdx="3" presStyleCnt="5">
        <dgm:presLayoutVars>
          <dgm:chMax val="0"/>
          <dgm:chPref val="0"/>
        </dgm:presLayoutVars>
      </dgm:prSet>
      <dgm:spPr/>
    </dgm:pt>
    <dgm:pt modelId="{3B2D5F68-9549-417C-A6BF-DEE1BB78A2B4}" type="pres">
      <dgm:prSet presAssocID="{483DE897-8C14-4D18-A4F8-5CB536F3F4A6}" presName="sibTrans" presStyleCnt="0"/>
      <dgm:spPr/>
    </dgm:pt>
    <dgm:pt modelId="{50BA5958-64ED-4EC0-B052-A1FCDED6ED19}" type="pres">
      <dgm:prSet presAssocID="{24894935-2A4D-4E93-AC7A-E2CD201AA6A4}" presName="compNode" presStyleCnt="0"/>
      <dgm:spPr/>
    </dgm:pt>
    <dgm:pt modelId="{ED66E499-4DB0-4372-AF84-34EDCAE686DC}" type="pres">
      <dgm:prSet presAssocID="{24894935-2A4D-4E93-AC7A-E2CD201AA6A4}" presName="bgRect" presStyleLbl="bgShp" presStyleIdx="4" presStyleCnt="5"/>
      <dgm:spPr/>
    </dgm:pt>
    <dgm:pt modelId="{EFF38019-863D-4F21-9A33-8557B0D8D136}" type="pres">
      <dgm:prSet presAssocID="{24894935-2A4D-4E93-AC7A-E2CD201AA6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B20A231B-E4E8-496B-93E0-C85F93D3CE2C}" type="pres">
      <dgm:prSet presAssocID="{24894935-2A4D-4E93-AC7A-E2CD201AA6A4}" presName="spaceRect" presStyleCnt="0"/>
      <dgm:spPr/>
    </dgm:pt>
    <dgm:pt modelId="{3915ED72-CDEC-4747-9EE1-E1D957BCC85D}" type="pres">
      <dgm:prSet presAssocID="{24894935-2A4D-4E93-AC7A-E2CD201AA6A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915F60B-CEC1-416A-80B8-70E2067927AB}" type="presOf" srcId="{B474C48A-BFEA-486B-94A9-20DCA64566EE}" destId="{D28B0DEA-1FED-4584-B0CF-3FB9C7BFD611}" srcOrd="0" destOrd="0" presId="urn:microsoft.com/office/officeart/2018/2/layout/IconVerticalSolidList"/>
    <dgm:cxn modelId="{7D97DC0D-34A3-407A-801C-1C56F3185145}" type="presOf" srcId="{60F09F1F-E54D-4563-8922-440C58F2B520}" destId="{F7DFDAB6-3D29-4743-83A6-DBBF5D88E65A}" srcOrd="0" destOrd="0" presId="urn:microsoft.com/office/officeart/2018/2/layout/IconVerticalSolidList"/>
    <dgm:cxn modelId="{DA24EB21-F342-4C3D-A7C8-E17077731428}" srcId="{FE2F8972-9463-42B8-906C-E419EF61352D}" destId="{DD781746-0EB0-4395-B3BF-2B1620B91D91}" srcOrd="3" destOrd="0" parTransId="{68894F45-DA69-46EC-95AD-6EF1CBE6A947}" sibTransId="{483DE897-8C14-4D18-A4F8-5CB536F3F4A6}"/>
    <dgm:cxn modelId="{E441D255-53B6-4145-84D8-CFAB2B223115}" type="presOf" srcId="{1C6DA6FD-B968-49F6-B8C2-D499D583E0A5}" destId="{65FB06FD-3178-4581-AE20-5F13B9A7B3DE}" srcOrd="0" destOrd="0" presId="urn:microsoft.com/office/officeart/2018/2/layout/IconVerticalSolidList"/>
    <dgm:cxn modelId="{AA2E9E76-B528-4A8C-8CB3-456079883B18}" type="presOf" srcId="{DD781746-0EB0-4395-B3BF-2B1620B91D91}" destId="{EBBFAA9E-2607-4D4D-80F9-FBB4E32CFC28}" srcOrd="0" destOrd="0" presId="urn:microsoft.com/office/officeart/2018/2/layout/IconVerticalSolidList"/>
    <dgm:cxn modelId="{447A96AB-8E77-4B1B-AFB7-FB0C6FF7539A}" srcId="{FE2F8972-9463-42B8-906C-E419EF61352D}" destId="{24894935-2A4D-4E93-AC7A-E2CD201AA6A4}" srcOrd="4" destOrd="0" parTransId="{793BB931-5926-4BB5-ACC1-373F318D6871}" sibTransId="{0A25CDC5-FF38-43C1-B8A0-0487D8FDFCCD}"/>
    <dgm:cxn modelId="{522DE7B2-38D4-4F32-9814-9AA7CB829770}" type="presOf" srcId="{FE2F8972-9463-42B8-906C-E419EF61352D}" destId="{C5286165-630B-4D5C-9B43-379A6E6CF787}" srcOrd="0" destOrd="0" presId="urn:microsoft.com/office/officeart/2018/2/layout/IconVerticalSolidList"/>
    <dgm:cxn modelId="{87BD11B4-7209-4B30-97AB-9B5405484084}" type="presOf" srcId="{24894935-2A4D-4E93-AC7A-E2CD201AA6A4}" destId="{3915ED72-CDEC-4747-9EE1-E1D957BCC85D}" srcOrd="0" destOrd="0" presId="urn:microsoft.com/office/officeart/2018/2/layout/IconVerticalSolidList"/>
    <dgm:cxn modelId="{7A94F8D7-D02B-48D0-B3D6-F07A9F355F1D}" srcId="{FE2F8972-9463-42B8-906C-E419EF61352D}" destId="{1C6DA6FD-B968-49F6-B8C2-D499D583E0A5}" srcOrd="1" destOrd="0" parTransId="{16659764-16DC-4BA8-8E8B-73F809544D07}" sibTransId="{310207B8-B86A-439B-91C1-DC216C0F9994}"/>
    <dgm:cxn modelId="{EC5A8EE5-59B1-4AA3-857A-3A14E37FCEFE}" srcId="{FE2F8972-9463-42B8-906C-E419EF61352D}" destId="{60F09F1F-E54D-4563-8922-440C58F2B520}" srcOrd="2" destOrd="0" parTransId="{81503507-328A-4AE9-8CD9-729BCB03E8DB}" sibTransId="{A56C8DCF-F018-4C8C-8384-A8426E6633C6}"/>
    <dgm:cxn modelId="{A61909E9-EA59-4355-B54C-0C4082B1B448}" srcId="{FE2F8972-9463-42B8-906C-E419EF61352D}" destId="{B474C48A-BFEA-486B-94A9-20DCA64566EE}" srcOrd="0" destOrd="0" parTransId="{27E5FB29-AB43-43AE-A7AE-9D90C1DD4C84}" sibTransId="{3BD25B63-4961-46BE-AC0A-A2295CE0F396}"/>
    <dgm:cxn modelId="{5A3CC1FC-CEC1-41B5-B1AD-514B677D3145}" type="presParOf" srcId="{C5286165-630B-4D5C-9B43-379A6E6CF787}" destId="{4C67DADD-B3CA-416F-9D5A-CAF1D39A6C89}" srcOrd="0" destOrd="0" presId="urn:microsoft.com/office/officeart/2018/2/layout/IconVerticalSolidList"/>
    <dgm:cxn modelId="{A5D5EDB1-A413-4F1D-9869-40003DBC64FD}" type="presParOf" srcId="{4C67DADD-B3CA-416F-9D5A-CAF1D39A6C89}" destId="{81FDF722-430F-4E20-9B42-126B6793BFDC}" srcOrd="0" destOrd="0" presId="urn:microsoft.com/office/officeart/2018/2/layout/IconVerticalSolidList"/>
    <dgm:cxn modelId="{BC648501-B250-4773-8900-97F636107104}" type="presParOf" srcId="{4C67DADD-B3CA-416F-9D5A-CAF1D39A6C89}" destId="{B1FB6E7A-C2B5-4E2D-AFC8-069CB69624A7}" srcOrd="1" destOrd="0" presId="urn:microsoft.com/office/officeart/2018/2/layout/IconVerticalSolidList"/>
    <dgm:cxn modelId="{3F881A2C-36F3-4C0C-8D41-3EFA8FBD04C8}" type="presParOf" srcId="{4C67DADD-B3CA-416F-9D5A-CAF1D39A6C89}" destId="{2D0911F1-6471-4481-AB4A-ADA8779B0F65}" srcOrd="2" destOrd="0" presId="urn:microsoft.com/office/officeart/2018/2/layout/IconVerticalSolidList"/>
    <dgm:cxn modelId="{864C4E80-3872-4243-B399-4535A383CA30}" type="presParOf" srcId="{4C67DADD-B3CA-416F-9D5A-CAF1D39A6C89}" destId="{D28B0DEA-1FED-4584-B0CF-3FB9C7BFD611}" srcOrd="3" destOrd="0" presId="urn:microsoft.com/office/officeart/2018/2/layout/IconVerticalSolidList"/>
    <dgm:cxn modelId="{809C18DE-17B3-4E39-8636-86C3A3B45E8E}" type="presParOf" srcId="{C5286165-630B-4D5C-9B43-379A6E6CF787}" destId="{DBB71E9E-96D8-499C-9FCC-045264452055}" srcOrd="1" destOrd="0" presId="urn:microsoft.com/office/officeart/2018/2/layout/IconVerticalSolidList"/>
    <dgm:cxn modelId="{DB4E08C2-547F-41CE-8CFA-DCC7C81903D3}" type="presParOf" srcId="{C5286165-630B-4D5C-9B43-379A6E6CF787}" destId="{63A54FC2-16AE-4110-9A0F-84B69FAEE470}" srcOrd="2" destOrd="0" presId="urn:microsoft.com/office/officeart/2018/2/layout/IconVerticalSolidList"/>
    <dgm:cxn modelId="{A2481BEE-9743-4968-BB82-A7B7BF9779A4}" type="presParOf" srcId="{63A54FC2-16AE-4110-9A0F-84B69FAEE470}" destId="{42766E43-8BB5-4078-9B0D-7B76BCD4BE12}" srcOrd="0" destOrd="0" presId="urn:microsoft.com/office/officeart/2018/2/layout/IconVerticalSolidList"/>
    <dgm:cxn modelId="{73E3D09B-E5D0-45EE-9702-5D00CDA124DC}" type="presParOf" srcId="{63A54FC2-16AE-4110-9A0F-84B69FAEE470}" destId="{554252DD-1430-496E-ABBB-C300440D17D1}" srcOrd="1" destOrd="0" presId="urn:microsoft.com/office/officeart/2018/2/layout/IconVerticalSolidList"/>
    <dgm:cxn modelId="{BD22B968-84A8-46A6-8DE6-A9088FE18290}" type="presParOf" srcId="{63A54FC2-16AE-4110-9A0F-84B69FAEE470}" destId="{0B4EDC97-1442-4077-A5AC-2EC30871AB6D}" srcOrd="2" destOrd="0" presId="urn:microsoft.com/office/officeart/2018/2/layout/IconVerticalSolidList"/>
    <dgm:cxn modelId="{8B5B3BA2-5A2C-49C1-B290-9F2E83FCF22A}" type="presParOf" srcId="{63A54FC2-16AE-4110-9A0F-84B69FAEE470}" destId="{65FB06FD-3178-4581-AE20-5F13B9A7B3DE}" srcOrd="3" destOrd="0" presId="urn:microsoft.com/office/officeart/2018/2/layout/IconVerticalSolidList"/>
    <dgm:cxn modelId="{C71B18AE-7601-428C-B313-F01863BB6D8B}" type="presParOf" srcId="{C5286165-630B-4D5C-9B43-379A6E6CF787}" destId="{9767CDDA-00DD-4202-B3A1-58D9B16FAF2E}" srcOrd="3" destOrd="0" presId="urn:microsoft.com/office/officeart/2018/2/layout/IconVerticalSolidList"/>
    <dgm:cxn modelId="{9ECED5B3-ABE7-41FE-9B86-124CED3ED464}" type="presParOf" srcId="{C5286165-630B-4D5C-9B43-379A6E6CF787}" destId="{37A41CB2-D49B-4505-977D-9BF6991BFC8D}" srcOrd="4" destOrd="0" presId="urn:microsoft.com/office/officeart/2018/2/layout/IconVerticalSolidList"/>
    <dgm:cxn modelId="{C1C4B70E-4DB7-4064-A4B2-A8D4FF89BE72}" type="presParOf" srcId="{37A41CB2-D49B-4505-977D-9BF6991BFC8D}" destId="{FD03027D-5077-4C0C-B9BE-FB2C5889CFE3}" srcOrd="0" destOrd="0" presId="urn:microsoft.com/office/officeart/2018/2/layout/IconVerticalSolidList"/>
    <dgm:cxn modelId="{5D7CF269-E740-4A16-BB50-F8CA64457812}" type="presParOf" srcId="{37A41CB2-D49B-4505-977D-9BF6991BFC8D}" destId="{8691D167-8B31-46E5-B891-3E8D8A61E7CD}" srcOrd="1" destOrd="0" presId="urn:microsoft.com/office/officeart/2018/2/layout/IconVerticalSolidList"/>
    <dgm:cxn modelId="{6A2DD2D5-6122-4B60-B777-38DF1A99ECCC}" type="presParOf" srcId="{37A41CB2-D49B-4505-977D-9BF6991BFC8D}" destId="{C667041E-47E7-4582-8CC1-5A4EE8317B95}" srcOrd="2" destOrd="0" presId="urn:microsoft.com/office/officeart/2018/2/layout/IconVerticalSolidList"/>
    <dgm:cxn modelId="{422243CF-081C-47AA-8C74-E91FA8C36EBE}" type="presParOf" srcId="{37A41CB2-D49B-4505-977D-9BF6991BFC8D}" destId="{F7DFDAB6-3D29-4743-83A6-DBBF5D88E65A}" srcOrd="3" destOrd="0" presId="urn:microsoft.com/office/officeart/2018/2/layout/IconVerticalSolidList"/>
    <dgm:cxn modelId="{1D9DCAA9-89A0-4B60-B75D-FB438A7D6781}" type="presParOf" srcId="{C5286165-630B-4D5C-9B43-379A6E6CF787}" destId="{047E66E5-BAAF-4633-B8BB-9A73CB60EF3B}" srcOrd="5" destOrd="0" presId="urn:microsoft.com/office/officeart/2018/2/layout/IconVerticalSolidList"/>
    <dgm:cxn modelId="{E700109E-C151-40E6-B50D-8588D85ACE95}" type="presParOf" srcId="{C5286165-630B-4D5C-9B43-379A6E6CF787}" destId="{0787E32A-848B-46C0-9BF6-7D4D0F8DDA38}" srcOrd="6" destOrd="0" presId="urn:microsoft.com/office/officeart/2018/2/layout/IconVerticalSolidList"/>
    <dgm:cxn modelId="{05699FBF-5257-4175-B888-13AD6634E4E7}" type="presParOf" srcId="{0787E32A-848B-46C0-9BF6-7D4D0F8DDA38}" destId="{1CC42868-6CD2-416D-90A0-6B6F068E2E8B}" srcOrd="0" destOrd="0" presId="urn:microsoft.com/office/officeart/2018/2/layout/IconVerticalSolidList"/>
    <dgm:cxn modelId="{A1FF7D0C-F8DB-440D-A9BD-224B5E3C10DD}" type="presParOf" srcId="{0787E32A-848B-46C0-9BF6-7D4D0F8DDA38}" destId="{D46BEC29-6856-46B8-91A7-648AA28E46C4}" srcOrd="1" destOrd="0" presId="urn:microsoft.com/office/officeart/2018/2/layout/IconVerticalSolidList"/>
    <dgm:cxn modelId="{9682F26D-97A5-4C10-B4B8-2C46FCF6B132}" type="presParOf" srcId="{0787E32A-848B-46C0-9BF6-7D4D0F8DDA38}" destId="{AC76BCC8-C964-4483-8C08-41E3043EFB0B}" srcOrd="2" destOrd="0" presId="urn:microsoft.com/office/officeart/2018/2/layout/IconVerticalSolidList"/>
    <dgm:cxn modelId="{636EEA9A-CEB9-44BF-843D-4EDB37E68BAD}" type="presParOf" srcId="{0787E32A-848B-46C0-9BF6-7D4D0F8DDA38}" destId="{EBBFAA9E-2607-4D4D-80F9-FBB4E32CFC28}" srcOrd="3" destOrd="0" presId="urn:microsoft.com/office/officeart/2018/2/layout/IconVerticalSolidList"/>
    <dgm:cxn modelId="{7535453E-D58C-4E81-B1F7-28EA1C3CFB96}" type="presParOf" srcId="{C5286165-630B-4D5C-9B43-379A6E6CF787}" destId="{3B2D5F68-9549-417C-A6BF-DEE1BB78A2B4}" srcOrd="7" destOrd="0" presId="urn:microsoft.com/office/officeart/2018/2/layout/IconVerticalSolidList"/>
    <dgm:cxn modelId="{3B1ED31A-0EE7-4882-A4DF-82634057C656}" type="presParOf" srcId="{C5286165-630B-4D5C-9B43-379A6E6CF787}" destId="{50BA5958-64ED-4EC0-B052-A1FCDED6ED19}" srcOrd="8" destOrd="0" presId="urn:microsoft.com/office/officeart/2018/2/layout/IconVerticalSolidList"/>
    <dgm:cxn modelId="{996DF985-D2ED-47E9-90C0-2D4E760F4484}" type="presParOf" srcId="{50BA5958-64ED-4EC0-B052-A1FCDED6ED19}" destId="{ED66E499-4DB0-4372-AF84-34EDCAE686DC}" srcOrd="0" destOrd="0" presId="urn:microsoft.com/office/officeart/2018/2/layout/IconVerticalSolidList"/>
    <dgm:cxn modelId="{7039B815-F180-40D8-AEDD-2D53A8C320F2}" type="presParOf" srcId="{50BA5958-64ED-4EC0-B052-A1FCDED6ED19}" destId="{EFF38019-863D-4F21-9A33-8557B0D8D136}" srcOrd="1" destOrd="0" presId="urn:microsoft.com/office/officeart/2018/2/layout/IconVerticalSolidList"/>
    <dgm:cxn modelId="{CFAA0270-80BA-4CF5-9E67-13AC1F107546}" type="presParOf" srcId="{50BA5958-64ED-4EC0-B052-A1FCDED6ED19}" destId="{B20A231B-E4E8-496B-93E0-C85F93D3CE2C}" srcOrd="2" destOrd="0" presId="urn:microsoft.com/office/officeart/2018/2/layout/IconVerticalSolidList"/>
    <dgm:cxn modelId="{7A333C24-9795-48DB-957B-5F1CAB43F353}" type="presParOf" srcId="{50BA5958-64ED-4EC0-B052-A1FCDED6ED19}" destId="{3915ED72-CDEC-4747-9EE1-E1D957BCC8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D5728F-CA26-4BA3-A2FE-DAC310A24CBB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9EF7E21-9201-4D27-89DA-1C2B00C61D6C}">
      <dgm:prSet/>
      <dgm:spPr/>
      <dgm:t>
        <a:bodyPr/>
        <a:lstStyle/>
        <a:p>
          <a:r>
            <a:rPr lang="en-US"/>
            <a:t>High volume, repetitive issues</a:t>
          </a:r>
        </a:p>
      </dgm:t>
    </dgm:pt>
    <dgm:pt modelId="{09D6D552-D43D-4A00-9C24-48054BDF02F6}" type="parTrans" cxnId="{2A34E4CF-61B0-4D74-A15E-8268BE7FE99C}">
      <dgm:prSet/>
      <dgm:spPr/>
      <dgm:t>
        <a:bodyPr/>
        <a:lstStyle/>
        <a:p>
          <a:endParaRPr lang="en-US"/>
        </a:p>
      </dgm:t>
    </dgm:pt>
    <dgm:pt modelId="{8629A0F4-FD62-4F5C-AEF4-C89D172A188E}" type="sibTrans" cxnId="{2A34E4CF-61B0-4D74-A15E-8268BE7FE99C}">
      <dgm:prSet/>
      <dgm:spPr/>
      <dgm:t>
        <a:bodyPr/>
        <a:lstStyle/>
        <a:p>
          <a:endParaRPr lang="en-US"/>
        </a:p>
      </dgm:t>
    </dgm:pt>
    <dgm:pt modelId="{9D8CDBB6-2616-4410-8DD5-06C3772CB1F5}">
      <dgm:prSet/>
      <dgm:spPr/>
      <dgm:t>
        <a:bodyPr/>
        <a:lstStyle/>
        <a:p>
          <a:r>
            <a:rPr lang="en-US"/>
            <a:t>Low ambiguity</a:t>
          </a:r>
        </a:p>
      </dgm:t>
    </dgm:pt>
    <dgm:pt modelId="{EB4A16F9-FFEE-432A-AAF0-E1D277ECF3AD}" type="parTrans" cxnId="{635AD095-8955-45E5-A1BE-405813626D4C}">
      <dgm:prSet/>
      <dgm:spPr/>
      <dgm:t>
        <a:bodyPr/>
        <a:lstStyle/>
        <a:p>
          <a:endParaRPr lang="en-US"/>
        </a:p>
      </dgm:t>
    </dgm:pt>
    <dgm:pt modelId="{F44C2079-5406-4A4D-9445-ECBA74A5FBE1}" type="sibTrans" cxnId="{635AD095-8955-45E5-A1BE-405813626D4C}">
      <dgm:prSet/>
      <dgm:spPr/>
      <dgm:t>
        <a:bodyPr/>
        <a:lstStyle/>
        <a:p>
          <a:endParaRPr lang="en-US"/>
        </a:p>
      </dgm:t>
    </dgm:pt>
    <dgm:pt modelId="{03F20D4B-39D4-4957-8493-B4E41F7951C8}">
      <dgm:prSet/>
      <dgm:spPr/>
      <dgm:t>
        <a:bodyPr/>
        <a:lstStyle/>
        <a:p>
          <a:r>
            <a:rPr lang="en-US"/>
            <a:t>Strict compliance needed</a:t>
          </a:r>
        </a:p>
      </dgm:t>
    </dgm:pt>
    <dgm:pt modelId="{1BBC4064-AB22-4697-A47E-F6254CFAB18E}" type="parTrans" cxnId="{3612B9B8-6748-4D2B-BC0A-3B64D6A33AA9}">
      <dgm:prSet/>
      <dgm:spPr/>
      <dgm:t>
        <a:bodyPr/>
        <a:lstStyle/>
        <a:p>
          <a:endParaRPr lang="en-US"/>
        </a:p>
      </dgm:t>
    </dgm:pt>
    <dgm:pt modelId="{8FEE4B3F-ABE6-4117-B612-09876C0F91F3}" type="sibTrans" cxnId="{3612B9B8-6748-4D2B-BC0A-3B64D6A33AA9}">
      <dgm:prSet/>
      <dgm:spPr/>
      <dgm:t>
        <a:bodyPr/>
        <a:lstStyle/>
        <a:p>
          <a:endParaRPr lang="en-US"/>
        </a:p>
      </dgm:t>
    </dgm:pt>
    <dgm:pt modelId="{BA074709-06DB-4272-A333-E01382719827}">
      <dgm:prSet/>
      <dgm:spPr/>
      <dgm:t>
        <a:bodyPr/>
        <a:lstStyle/>
        <a:p>
          <a:r>
            <a:rPr lang="en-US"/>
            <a:t>Need predictable SLAs</a:t>
          </a:r>
        </a:p>
      </dgm:t>
    </dgm:pt>
    <dgm:pt modelId="{C2A3EBE5-FCC2-4E67-9525-0CF3F43062AE}" type="parTrans" cxnId="{2C3ADE84-55FE-4529-ADF9-D31B4D41021A}">
      <dgm:prSet/>
      <dgm:spPr/>
      <dgm:t>
        <a:bodyPr/>
        <a:lstStyle/>
        <a:p>
          <a:endParaRPr lang="en-US"/>
        </a:p>
      </dgm:t>
    </dgm:pt>
    <dgm:pt modelId="{FCC260D0-A73C-48A4-B875-F6CFF39AB02A}" type="sibTrans" cxnId="{2C3ADE84-55FE-4529-ADF9-D31B4D41021A}">
      <dgm:prSet/>
      <dgm:spPr/>
      <dgm:t>
        <a:bodyPr/>
        <a:lstStyle/>
        <a:p>
          <a:endParaRPr lang="en-US"/>
        </a:p>
      </dgm:t>
    </dgm:pt>
    <dgm:pt modelId="{3D779937-69BC-4F82-9AB5-BDCA9A00CE1F}">
      <dgm:prSet/>
      <dgm:spPr/>
      <dgm:t>
        <a:bodyPr/>
        <a:lstStyle/>
        <a:p>
          <a:r>
            <a:rPr lang="en-US"/>
            <a:t>Examples: password reset, refunds, access requests</a:t>
          </a:r>
        </a:p>
      </dgm:t>
    </dgm:pt>
    <dgm:pt modelId="{F983E478-6812-41C2-B05B-478E09DA577A}" type="parTrans" cxnId="{12D96A80-1B69-4691-B558-A3E7800E20FE}">
      <dgm:prSet/>
      <dgm:spPr/>
      <dgm:t>
        <a:bodyPr/>
        <a:lstStyle/>
        <a:p>
          <a:endParaRPr lang="en-US"/>
        </a:p>
      </dgm:t>
    </dgm:pt>
    <dgm:pt modelId="{C0581EAB-B82B-48D9-BAE5-94CC8D360289}" type="sibTrans" cxnId="{12D96A80-1B69-4691-B558-A3E7800E20FE}">
      <dgm:prSet/>
      <dgm:spPr/>
      <dgm:t>
        <a:bodyPr/>
        <a:lstStyle/>
        <a:p>
          <a:endParaRPr lang="en-US"/>
        </a:p>
      </dgm:t>
    </dgm:pt>
    <dgm:pt modelId="{99C069D5-08B7-E049-A8E5-9144AF817905}" type="pres">
      <dgm:prSet presAssocID="{58D5728F-CA26-4BA3-A2FE-DAC310A24CBB}" presName="linear" presStyleCnt="0">
        <dgm:presLayoutVars>
          <dgm:dir/>
          <dgm:animLvl val="lvl"/>
          <dgm:resizeHandles val="exact"/>
        </dgm:presLayoutVars>
      </dgm:prSet>
      <dgm:spPr/>
    </dgm:pt>
    <dgm:pt modelId="{BDB62F25-4A64-D24B-AD2F-6E654C9041F6}" type="pres">
      <dgm:prSet presAssocID="{29EF7E21-9201-4D27-89DA-1C2B00C61D6C}" presName="parentLin" presStyleCnt="0"/>
      <dgm:spPr/>
    </dgm:pt>
    <dgm:pt modelId="{0B839D5C-7E29-F440-8644-224E2F6AE3CF}" type="pres">
      <dgm:prSet presAssocID="{29EF7E21-9201-4D27-89DA-1C2B00C61D6C}" presName="parentLeftMargin" presStyleLbl="node1" presStyleIdx="0" presStyleCnt="5"/>
      <dgm:spPr/>
    </dgm:pt>
    <dgm:pt modelId="{29DE061A-4A31-5544-9D35-6FF43A9F10ED}" type="pres">
      <dgm:prSet presAssocID="{29EF7E21-9201-4D27-89DA-1C2B00C61D6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CD1C27-973F-EC47-A3B0-40F1E5AEE2C6}" type="pres">
      <dgm:prSet presAssocID="{29EF7E21-9201-4D27-89DA-1C2B00C61D6C}" presName="negativeSpace" presStyleCnt="0"/>
      <dgm:spPr/>
    </dgm:pt>
    <dgm:pt modelId="{5FE02798-2603-584C-A48C-C9318239CC2E}" type="pres">
      <dgm:prSet presAssocID="{29EF7E21-9201-4D27-89DA-1C2B00C61D6C}" presName="childText" presStyleLbl="conFgAcc1" presStyleIdx="0" presStyleCnt="5">
        <dgm:presLayoutVars>
          <dgm:bulletEnabled val="1"/>
        </dgm:presLayoutVars>
      </dgm:prSet>
      <dgm:spPr/>
    </dgm:pt>
    <dgm:pt modelId="{684C2F21-7361-1C45-AEC3-A15E103A9F61}" type="pres">
      <dgm:prSet presAssocID="{8629A0F4-FD62-4F5C-AEF4-C89D172A188E}" presName="spaceBetweenRectangles" presStyleCnt="0"/>
      <dgm:spPr/>
    </dgm:pt>
    <dgm:pt modelId="{1CE49364-9DDB-174E-8729-70D41477AC68}" type="pres">
      <dgm:prSet presAssocID="{9D8CDBB6-2616-4410-8DD5-06C3772CB1F5}" presName="parentLin" presStyleCnt="0"/>
      <dgm:spPr/>
    </dgm:pt>
    <dgm:pt modelId="{2C5DA8B6-B16A-064A-9568-ED1A913D471F}" type="pres">
      <dgm:prSet presAssocID="{9D8CDBB6-2616-4410-8DD5-06C3772CB1F5}" presName="parentLeftMargin" presStyleLbl="node1" presStyleIdx="0" presStyleCnt="5"/>
      <dgm:spPr/>
    </dgm:pt>
    <dgm:pt modelId="{B5B5F830-713A-264A-A9D0-7B53010B2BEF}" type="pres">
      <dgm:prSet presAssocID="{9D8CDBB6-2616-4410-8DD5-06C3772CB1F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701D5CC-3139-104C-B514-9C7636E689B1}" type="pres">
      <dgm:prSet presAssocID="{9D8CDBB6-2616-4410-8DD5-06C3772CB1F5}" presName="negativeSpace" presStyleCnt="0"/>
      <dgm:spPr/>
    </dgm:pt>
    <dgm:pt modelId="{7B763A44-9FB4-6748-BEE7-C60EF2D1EA0A}" type="pres">
      <dgm:prSet presAssocID="{9D8CDBB6-2616-4410-8DD5-06C3772CB1F5}" presName="childText" presStyleLbl="conFgAcc1" presStyleIdx="1" presStyleCnt="5">
        <dgm:presLayoutVars>
          <dgm:bulletEnabled val="1"/>
        </dgm:presLayoutVars>
      </dgm:prSet>
      <dgm:spPr/>
    </dgm:pt>
    <dgm:pt modelId="{3F9960AA-C6C6-2145-A760-9B6DF13BC340}" type="pres">
      <dgm:prSet presAssocID="{F44C2079-5406-4A4D-9445-ECBA74A5FBE1}" presName="spaceBetweenRectangles" presStyleCnt="0"/>
      <dgm:spPr/>
    </dgm:pt>
    <dgm:pt modelId="{91E209B8-C58F-CC4D-8685-51C0695FB798}" type="pres">
      <dgm:prSet presAssocID="{03F20D4B-39D4-4957-8493-B4E41F7951C8}" presName="parentLin" presStyleCnt="0"/>
      <dgm:spPr/>
    </dgm:pt>
    <dgm:pt modelId="{A68978EA-0C08-544F-A8D4-2276004D6498}" type="pres">
      <dgm:prSet presAssocID="{03F20D4B-39D4-4957-8493-B4E41F7951C8}" presName="parentLeftMargin" presStyleLbl="node1" presStyleIdx="1" presStyleCnt="5"/>
      <dgm:spPr/>
    </dgm:pt>
    <dgm:pt modelId="{F1CE3DA5-9C54-304C-9ADA-3CBAE268C76C}" type="pres">
      <dgm:prSet presAssocID="{03F20D4B-39D4-4957-8493-B4E41F7951C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D29715C-3135-C84D-BFE0-F9069B2F7B40}" type="pres">
      <dgm:prSet presAssocID="{03F20D4B-39D4-4957-8493-B4E41F7951C8}" presName="negativeSpace" presStyleCnt="0"/>
      <dgm:spPr/>
    </dgm:pt>
    <dgm:pt modelId="{0FCEB230-AD2C-C245-A461-CAB60274206E}" type="pres">
      <dgm:prSet presAssocID="{03F20D4B-39D4-4957-8493-B4E41F7951C8}" presName="childText" presStyleLbl="conFgAcc1" presStyleIdx="2" presStyleCnt="5">
        <dgm:presLayoutVars>
          <dgm:bulletEnabled val="1"/>
        </dgm:presLayoutVars>
      </dgm:prSet>
      <dgm:spPr/>
    </dgm:pt>
    <dgm:pt modelId="{2ECFA52D-DE56-BA44-AFFB-0AFF1C628908}" type="pres">
      <dgm:prSet presAssocID="{8FEE4B3F-ABE6-4117-B612-09876C0F91F3}" presName="spaceBetweenRectangles" presStyleCnt="0"/>
      <dgm:spPr/>
    </dgm:pt>
    <dgm:pt modelId="{9A6BC22E-439E-7E4A-98E2-958A0330B59E}" type="pres">
      <dgm:prSet presAssocID="{BA074709-06DB-4272-A333-E01382719827}" presName="parentLin" presStyleCnt="0"/>
      <dgm:spPr/>
    </dgm:pt>
    <dgm:pt modelId="{7F4BB26C-453B-4F4C-ACD2-AB02534B34B9}" type="pres">
      <dgm:prSet presAssocID="{BA074709-06DB-4272-A333-E01382719827}" presName="parentLeftMargin" presStyleLbl="node1" presStyleIdx="2" presStyleCnt="5"/>
      <dgm:spPr/>
    </dgm:pt>
    <dgm:pt modelId="{A1153D87-B254-0442-A745-622CCEBB0869}" type="pres">
      <dgm:prSet presAssocID="{BA074709-06DB-4272-A333-E0138271982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4F0352E-CF13-394E-AD78-219A2DF4D836}" type="pres">
      <dgm:prSet presAssocID="{BA074709-06DB-4272-A333-E01382719827}" presName="negativeSpace" presStyleCnt="0"/>
      <dgm:spPr/>
    </dgm:pt>
    <dgm:pt modelId="{C2B1AD9C-758D-4148-9C36-0C089842BB54}" type="pres">
      <dgm:prSet presAssocID="{BA074709-06DB-4272-A333-E01382719827}" presName="childText" presStyleLbl="conFgAcc1" presStyleIdx="3" presStyleCnt="5">
        <dgm:presLayoutVars>
          <dgm:bulletEnabled val="1"/>
        </dgm:presLayoutVars>
      </dgm:prSet>
      <dgm:spPr/>
    </dgm:pt>
    <dgm:pt modelId="{FB7CAA5A-22D8-494D-AED2-F47BC3AA9027}" type="pres">
      <dgm:prSet presAssocID="{FCC260D0-A73C-48A4-B875-F6CFF39AB02A}" presName="spaceBetweenRectangles" presStyleCnt="0"/>
      <dgm:spPr/>
    </dgm:pt>
    <dgm:pt modelId="{452B06C2-E7EC-3D46-B838-3742C1C7D5E5}" type="pres">
      <dgm:prSet presAssocID="{3D779937-69BC-4F82-9AB5-BDCA9A00CE1F}" presName="parentLin" presStyleCnt="0"/>
      <dgm:spPr/>
    </dgm:pt>
    <dgm:pt modelId="{6899CBD9-A850-1340-8D01-77F33E032170}" type="pres">
      <dgm:prSet presAssocID="{3D779937-69BC-4F82-9AB5-BDCA9A00CE1F}" presName="parentLeftMargin" presStyleLbl="node1" presStyleIdx="3" presStyleCnt="5"/>
      <dgm:spPr/>
    </dgm:pt>
    <dgm:pt modelId="{E8F8B694-5F84-8346-81F4-C3A6EB760310}" type="pres">
      <dgm:prSet presAssocID="{3D779937-69BC-4F82-9AB5-BDCA9A00CE1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EC8CADF-5BC2-1344-8EC4-0DA46F3D3325}" type="pres">
      <dgm:prSet presAssocID="{3D779937-69BC-4F82-9AB5-BDCA9A00CE1F}" presName="negativeSpace" presStyleCnt="0"/>
      <dgm:spPr/>
    </dgm:pt>
    <dgm:pt modelId="{AE27CC9B-9483-B54F-8141-1EF3A94916FA}" type="pres">
      <dgm:prSet presAssocID="{3D779937-69BC-4F82-9AB5-BDCA9A00CE1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93F1132-D1C8-684B-A09C-FAEE4BC986F6}" type="presOf" srcId="{BA074709-06DB-4272-A333-E01382719827}" destId="{A1153D87-B254-0442-A745-622CCEBB0869}" srcOrd="1" destOrd="0" presId="urn:microsoft.com/office/officeart/2005/8/layout/list1"/>
    <dgm:cxn modelId="{C0BBEA32-EDC8-264C-B4FE-777563605124}" type="presOf" srcId="{9D8CDBB6-2616-4410-8DD5-06C3772CB1F5}" destId="{B5B5F830-713A-264A-A9D0-7B53010B2BEF}" srcOrd="1" destOrd="0" presId="urn:microsoft.com/office/officeart/2005/8/layout/list1"/>
    <dgm:cxn modelId="{B2FC8D38-4003-CF42-B601-5B4B6EE8DAC2}" type="presOf" srcId="{29EF7E21-9201-4D27-89DA-1C2B00C61D6C}" destId="{29DE061A-4A31-5544-9D35-6FF43A9F10ED}" srcOrd="1" destOrd="0" presId="urn:microsoft.com/office/officeart/2005/8/layout/list1"/>
    <dgm:cxn modelId="{5C01F554-EF42-A948-BD61-DCD5C29F52B4}" type="presOf" srcId="{3D779937-69BC-4F82-9AB5-BDCA9A00CE1F}" destId="{6899CBD9-A850-1340-8D01-77F33E032170}" srcOrd="0" destOrd="0" presId="urn:microsoft.com/office/officeart/2005/8/layout/list1"/>
    <dgm:cxn modelId="{904F5D5D-FE3C-9845-8D79-25A0D22E9B76}" type="presOf" srcId="{3D779937-69BC-4F82-9AB5-BDCA9A00CE1F}" destId="{E8F8B694-5F84-8346-81F4-C3A6EB760310}" srcOrd="1" destOrd="0" presId="urn:microsoft.com/office/officeart/2005/8/layout/list1"/>
    <dgm:cxn modelId="{E3F7847B-7221-C64F-B273-730BEEFD0484}" type="presOf" srcId="{BA074709-06DB-4272-A333-E01382719827}" destId="{7F4BB26C-453B-4F4C-ACD2-AB02534B34B9}" srcOrd="0" destOrd="0" presId="urn:microsoft.com/office/officeart/2005/8/layout/list1"/>
    <dgm:cxn modelId="{12D96A80-1B69-4691-B558-A3E7800E20FE}" srcId="{58D5728F-CA26-4BA3-A2FE-DAC310A24CBB}" destId="{3D779937-69BC-4F82-9AB5-BDCA9A00CE1F}" srcOrd="4" destOrd="0" parTransId="{F983E478-6812-41C2-B05B-478E09DA577A}" sibTransId="{C0581EAB-B82B-48D9-BAE5-94CC8D360289}"/>
    <dgm:cxn modelId="{AD327B84-FD87-054F-8DDE-E6882634BDEE}" type="presOf" srcId="{03F20D4B-39D4-4957-8493-B4E41F7951C8}" destId="{A68978EA-0C08-544F-A8D4-2276004D6498}" srcOrd="0" destOrd="0" presId="urn:microsoft.com/office/officeart/2005/8/layout/list1"/>
    <dgm:cxn modelId="{2C3ADE84-55FE-4529-ADF9-D31B4D41021A}" srcId="{58D5728F-CA26-4BA3-A2FE-DAC310A24CBB}" destId="{BA074709-06DB-4272-A333-E01382719827}" srcOrd="3" destOrd="0" parTransId="{C2A3EBE5-FCC2-4E67-9525-0CF3F43062AE}" sibTransId="{FCC260D0-A73C-48A4-B875-F6CFF39AB02A}"/>
    <dgm:cxn modelId="{C4E8F586-6BAB-C74D-9D04-2FECD6FF88C7}" type="presOf" srcId="{29EF7E21-9201-4D27-89DA-1C2B00C61D6C}" destId="{0B839D5C-7E29-F440-8644-224E2F6AE3CF}" srcOrd="0" destOrd="0" presId="urn:microsoft.com/office/officeart/2005/8/layout/list1"/>
    <dgm:cxn modelId="{635AD095-8955-45E5-A1BE-405813626D4C}" srcId="{58D5728F-CA26-4BA3-A2FE-DAC310A24CBB}" destId="{9D8CDBB6-2616-4410-8DD5-06C3772CB1F5}" srcOrd="1" destOrd="0" parTransId="{EB4A16F9-FFEE-432A-AAF0-E1D277ECF3AD}" sibTransId="{F44C2079-5406-4A4D-9445-ECBA74A5FBE1}"/>
    <dgm:cxn modelId="{6B57C6A7-02A1-5340-B53B-23520CC0D921}" type="presOf" srcId="{03F20D4B-39D4-4957-8493-B4E41F7951C8}" destId="{F1CE3DA5-9C54-304C-9ADA-3CBAE268C76C}" srcOrd="1" destOrd="0" presId="urn:microsoft.com/office/officeart/2005/8/layout/list1"/>
    <dgm:cxn modelId="{5F3653B1-7459-3542-A06C-C700D027E3DD}" type="presOf" srcId="{9D8CDBB6-2616-4410-8DD5-06C3772CB1F5}" destId="{2C5DA8B6-B16A-064A-9568-ED1A913D471F}" srcOrd="0" destOrd="0" presId="urn:microsoft.com/office/officeart/2005/8/layout/list1"/>
    <dgm:cxn modelId="{3612B9B8-6748-4D2B-BC0A-3B64D6A33AA9}" srcId="{58D5728F-CA26-4BA3-A2FE-DAC310A24CBB}" destId="{03F20D4B-39D4-4957-8493-B4E41F7951C8}" srcOrd="2" destOrd="0" parTransId="{1BBC4064-AB22-4697-A47E-F6254CFAB18E}" sibTransId="{8FEE4B3F-ABE6-4117-B612-09876C0F91F3}"/>
    <dgm:cxn modelId="{20D816C7-394F-0A42-8F4C-D73FAD0A16ED}" type="presOf" srcId="{58D5728F-CA26-4BA3-A2FE-DAC310A24CBB}" destId="{99C069D5-08B7-E049-A8E5-9144AF817905}" srcOrd="0" destOrd="0" presId="urn:microsoft.com/office/officeart/2005/8/layout/list1"/>
    <dgm:cxn modelId="{2A34E4CF-61B0-4D74-A15E-8268BE7FE99C}" srcId="{58D5728F-CA26-4BA3-A2FE-DAC310A24CBB}" destId="{29EF7E21-9201-4D27-89DA-1C2B00C61D6C}" srcOrd="0" destOrd="0" parTransId="{09D6D552-D43D-4A00-9C24-48054BDF02F6}" sibTransId="{8629A0F4-FD62-4F5C-AEF4-C89D172A188E}"/>
    <dgm:cxn modelId="{4C0C658B-AE0D-5B43-BDC8-2B8C764605F5}" type="presParOf" srcId="{99C069D5-08B7-E049-A8E5-9144AF817905}" destId="{BDB62F25-4A64-D24B-AD2F-6E654C9041F6}" srcOrd="0" destOrd="0" presId="urn:microsoft.com/office/officeart/2005/8/layout/list1"/>
    <dgm:cxn modelId="{3A972A48-F64A-DA42-B5D1-8B1EAF98DB9B}" type="presParOf" srcId="{BDB62F25-4A64-D24B-AD2F-6E654C9041F6}" destId="{0B839D5C-7E29-F440-8644-224E2F6AE3CF}" srcOrd="0" destOrd="0" presId="urn:microsoft.com/office/officeart/2005/8/layout/list1"/>
    <dgm:cxn modelId="{4DDF15D3-93B2-B541-8EBB-F98A3A935A64}" type="presParOf" srcId="{BDB62F25-4A64-D24B-AD2F-6E654C9041F6}" destId="{29DE061A-4A31-5544-9D35-6FF43A9F10ED}" srcOrd="1" destOrd="0" presId="urn:microsoft.com/office/officeart/2005/8/layout/list1"/>
    <dgm:cxn modelId="{31303D88-CFA5-8546-AA50-50A2DB189BF4}" type="presParOf" srcId="{99C069D5-08B7-E049-A8E5-9144AF817905}" destId="{84CD1C27-973F-EC47-A3B0-40F1E5AEE2C6}" srcOrd="1" destOrd="0" presId="urn:microsoft.com/office/officeart/2005/8/layout/list1"/>
    <dgm:cxn modelId="{3F3C3498-8D78-7D40-A8BA-E8E11E034740}" type="presParOf" srcId="{99C069D5-08B7-E049-A8E5-9144AF817905}" destId="{5FE02798-2603-584C-A48C-C9318239CC2E}" srcOrd="2" destOrd="0" presId="urn:microsoft.com/office/officeart/2005/8/layout/list1"/>
    <dgm:cxn modelId="{1277B7C1-4E1B-F749-B47D-61810DF42E95}" type="presParOf" srcId="{99C069D5-08B7-E049-A8E5-9144AF817905}" destId="{684C2F21-7361-1C45-AEC3-A15E103A9F61}" srcOrd="3" destOrd="0" presId="urn:microsoft.com/office/officeart/2005/8/layout/list1"/>
    <dgm:cxn modelId="{A6206C32-6E2D-9549-BD97-AC0A4E327E83}" type="presParOf" srcId="{99C069D5-08B7-E049-A8E5-9144AF817905}" destId="{1CE49364-9DDB-174E-8729-70D41477AC68}" srcOrd="4" destOrd="0" presId="urn:microsoft.com/office/officeart/2005/8/layout/list1"/>
    <dgm:cxn modelId="{E789320C-4EE1-034A-8099-EAD9216E0C18}" type="presParOf" srcId="{1CE49364-9DDB-174E-8729-70D41477AC68}" destId="{2C5DA8B6-B16A-064A-9568-ED1A913D471F}" srcOrd="0" destOrd="0" presId="urn:microsoft.com/office/officeart/2005/8/layout/list1"/>
    <dgm:cxn modelId="{2107EA4D-780E-534B-B807-174F4DAD066C}" type="presParOf" srcId="{1CE49364-9DDB-174E-8729-70D41477AC68}" destId="{B5B5F830-713A-264A-A9D0-7B53010B2BEF}" srcOrd="1" destOrd="0" presId="urn:microsoft.com/office/officeart/2005/8/layout/list1"/>
    <dgm:cxn modelId="{1368934C-0AEA-5448-9C0E-63E254C03803}" type="presParOf" srcId="{99C069D5-08B7-E049-A8E5-9144AF817905}" destId="{E701D5CC-3139-104C-B514-9C7636E689B1}" srcOrd="5" destOrd="0" presId="urn:microsoft.com/office/officeart/2005/8/layout/list1"/>
    <dgm:cxn modelId="{4B4792ED-6823-E94C-8E80-74F203ADAA0F}" type="presParOf" srcId="{99C069D5-08B7-E049-A8E5-9144AF817905}" destId="{7B763A44-9FB4-6748-BEE7-C60EF2D1EA0A}" srcOrd="6" destOrd="0" presId="urn:microsoft.com/office/officeart/2005/8/layout/list1"/>
    <dgm:cxn modelId="{3D2E8223-54A5-B247-A311-400B3E4F2E6E}" type="presParOf" srcId="{99C069D5-08B7-E049-A8E5-9144AF817905}" destId="{3F9960AA-C6C6-2145-A760-9B6DF13BC340}" srcOrd="7" destOrd="0" presId="urn:microsoft.com/office/officeart/2005/8/layout/list1"/>
    <dgm:cxn modelId="{C07768A8-1FBA-7A48-902B-60C276F94C06}" type="presParOf" srcId="{99C069D5-08B7-E049-A8E5-9144AF817905}" destId="{91E209B8-C58F-CC4D-8685-51C0695FB798}" srcOrd="8" destOrd="0" presId="urn:microsoft.com/office/officeart/2005/8/layout/list1"/>
    <dgm:cxn modelId="{A581EF51-AA87-D544-9958-E750A638A4E3}" type="presParOf" srcId="{91E209B8-C58F-CC4D-8685-51C0695FB798}" destId="{A68978EA-0C08-544F-A8D4-2276004D6498}" srcOrd="0" destOrd="0" presId="urn:microsoft.com/office/officeart/2005/8/layout/list1"/>
    <dgm:cxn modelId="{6D4D1D5A-3889-4A43-936F-1DB8CA042B61}" type="presParOf" srcId="{91E209B8-C58F-CC4D-8685-51C0695FB798}" destId="{F1CE3DA5-9C54-304C-9ADA-3CBAE268C76C}" srcOrd="1" destOrd="0" presId="urn:microsoft.com/office/officeart/2005/8/layout/list1"/>
    <dgm:cxn modelId="{4BD96E3F-F976-954F-9F50-D00B7E2218F5}" type="presParOf" srcId="{99C069D5-08B7-E049-A8E5-9144AF817905}" destId="{AD29715C-3135-C84D-BFE0-F9069B2F7B40}" srcOrd="9" destOrd="0" presId="urn:microsoft.com/office/officeart/2005/8/layout/list1"/>
    <dgm:cxn modelId="{D7594EBA-B19D-144E-A851-71168B4B7110}" type="presParOf" srcId="{99C069D5-08B7-E049-A8E5-9144AF817905}" destId="{0FCEB230-AD2C-C245-A461-CAB60274206E}" srcOrd="10" destOrd="0" presId="urn:microsoft.com/office/officeart/2005/8/layout/list1"/>
    <dgm:cxn modelId="{374CAC0E-0AC1-714B-ADEB-B4954249D982}" type="presParOf" srcId="{99C069D5-08B7-E049-A8E5-9144AF817905}" destId="{2ECFA52D-DE56-BA44-AFFB-0AFF1C628908}" srcOrd="11" destOrd="0" presId="urn:microsoft.com/office/officeart/2005/8/layout/list1"/>
    <dgm:cxn modelId="{958F228F-B35D-9F49-8D74-93B5747D09E0}" type="presParOf" srcId="{99C069D5-08B7-E049-A8E5-9144AF817905}" destId="{9A6BC22E-439E-7E4A-98E2-958A0330B59E}" srcOrd="12" destOrd="0" presId="urn:microsoft.com/office/officeart/2005/8/layout/list1"/>
    <dgm:cxn modelId="{767189E1-7B32-3C4F-A1D5-404A9F0B6E2B}" type="presParOf" srcId="{9A6BC22E-439E-7E4A-98E2-958A0330B59E}" destId="{7F4BB26C-453B-4F4C-ACD2-AB02534B34B9}" srcOrd="0" destOrd="0" presId="urn:microsoft.com/office/officeart/2005/8/layout/list1"/>
    <dgm:cxn modelId="{24B74EAA-54CE-864C-BDFD-0A2F7DFE3BD7}" type="presParOf" srcId="{9A6BC22E-439E-7E4A-98E2-958A0330B59E}" destId="{A1153D87-B254-0442-A745-622CCEBB0869}" srcOrd="1" destOrd="0" presId="urn:microsoft.com/office/officeart/2005/8/layout/list1"/>
    <dgm:cxn modelId="{5A4A84F0-2E46-0840-8D59-E68F50D0F66C}" type="presParOf" srcId="{99C069D5-08B7-E049-A8E5-9144AF817905}" destId="{74F0352E-CF13-394E-AD78-219A2DF4D836}" srcOrd="13" destOrd="0" presId="urn:microsoft.com/office/officeart/2005/8/layout/list1"/>
    <dgm:cxn modelId="{85D3EA34-73C7-3741-95F9-6171CBDF86CE}" type="presParOf" srcId="{99C069D5-08B7-E049-A8E5-9144AF817905}" destId="{C2B1AD9C-758D-4148-9C36-0C089842BB54}" srcOrd="14" destOrd="0" presId="urn:microsoft.com/office/officeart/2005/8/layout/list1"/>
    <dgm:cxn modelId="{F9E3FF6D-2D56-3247-A56F-946D8E42A200}" type="presParOf" srcId="{99C069D5-08B7-E049-A8E5-9144AF817905}" destId="{FB7CAA5A-22D8-494D-AED2-F47BC3AA9027}" srcOrd="15" destOrd="0" presId="urn:microsoft.com/office/officeart/2005/8/layout/list1"/>
    <dgm:cxn modelId="{EEFBA1AF-EF47-E74F-B3D2-6BF14261CE43}" type="presParOf" srcId="{99C069D5-08B7-E049-A8E5-9144AF817905}" destId="{452B06C2-E7EC-3D46-B838-3742C1C7D5E5}" srcOrd="16" destOrd="0" presId="urn:microsoft.com/office/officeart/2005/8/layout/list1"/>
    <dgm:cxn modelId="{373B6359-2935-8349-9F78-20E432CC9E44}" type="presParOf" srcId="{452B06C2-E7EC-3D46-B838-3742C1C7D5E5}" destId="{6899CBD9-A850-1340-8D01-77F33E032170}" srcOrd="0" destOrd="0" presId="urn:microsoft.com/office/officeart/2005/8/layout/list1"/>
    <dgm:cxn modelId="{CEB6232B-9816-154B-8978-D9306819A623}" type="presParOf" srcId="{452B06C2-E7EC-3D46-B838-3742C1C7D5E5}" destId="{E8F8B694-5F84-8346-81F4-C3A6EB760310}" srcOrd="1" destOrd="0" presId="urn:microsoft.com/office/officeart/2005/8/layout/list1"/>
    <dgm:cxn modelId="{6B2F9C5C-A8A7-3446-BE22-CEDF379734EE}" type="presParOf" srcId="{99C069D5-08B7-E049-A8E5-9144AF817905}" destId="{1EC8CADF-5BC2-1344-8EC4-0DA46F3D3325}" srcOrd="17" destOrd="0" presId="urn:microsoft.com/office/officeart/2005/8/layout/list1"/>
    <dgm:cxn modelId="{02ED3B2A-5200-1544-9D9E-A4B0BC30F823}" type="presParOf" srcId="{99C069D5-08B7-E049-A8E5-9144AF817905}" destId="{AE27CC9B-9483-B54F-8141-1EF3A94916FA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D5127F-4E48-4BB7-B552-21685F750527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4C1D46-4408-4BB2-818C-639B4FBAA491}">
      <dgm:prSet/>
      <dgm:spPr/>
      <dgm:t>
        <a:bodyPr/>
        <a:lstStyle/>
        <a:p>
          <a:r>
            <a:rPr lang="en-US"/>
            <a:t>LLM reads the ticket and reasons about intent</a:t>
          </a:r>
        </a:p>
      </dgm:t>
    </dgm:pt>
    <dgm:pt modelId="{AD934AC4-162A-421C-A73A-4E9822D3441B}" type="parTrans" cxnId="{8CD2F908-5A56-46C0-AD55-FA890826198F}">
      <dgm:prSet/>
      <dgm:spPr/>
      <dgm:t>
        <a:bodyPr/>
        <a:lstStyle/>
        <a:p>
          <a:endParaRPr lang="en-US"/>
        </a:p>
      </dgm:t>
    </dgm:pt>
    <dgm:pt modelId="{2FB1029E-5578-4528-ABDA-FC76B09D65FD}" type="sibTrans" cxnId="{8CD2F908-5A56-46C0-AD55-FA890826198F}">
      <dgm:prSet/>
      <dgm:spPr/>
      <dgm:t>
        <a:bodyPr/>
        <a:lstStyle/>
        <a:p>
          <a:endParaRPr lang="en-US"/>
        </a:p>
      </dgm:t>
    </dgm:pt>
    <dgm:pt modelId="{FD8C1AC7-58A1-4649-B5F5-1E89D149536B}">
      <dgm:prSet/>
      <dgm:spPr/>
      <dgm:t>
        <a:bodyPr/>
        <a:lstStyle/>
        <a:p>
          <a:r>
            <a:rPr lang="en-US"/>
            <a:t>Decides tools dynamically based on context:</a:t>
          </a:r>
        </a:p>
      </dgm:t>
    </dgm:pt>
    <dgm:pt modelId="{163EDA7B-D107-43C4-AF4B-AD0673D74D39}" type="parTrans" cxnId="{7C3B6CBE-59C5-48C5-BD3B-7A2642373307}">
      <dgm:prSet/>
      <dgm:spPr/>
      <dgm:t>
        <a:bodyPr/>
        <a:lstStyle/>
        <a:p>
          <a:endParaRPr lang="en-US"/>
        </a:p>
      </dgm:t>
    </dgm:pt>
    <dgm:pt modelId="{838CA876-12FC-4C79-BCB7-007FA95CD37D}" type="sibTrans" cxnId="{7C3B6CBE-59C5-48C5-BD3B-7A2642373307}">
      <dgm:prSet/>
      <dgm:spPr/>
      <dgm:t>
        <a:bodyPr/>
        <a:lstStyle/>
        <a:p>
          <a:endParaRPr lang="en-US"/>
        </a:p>
      </dgm:t>
    </dgm:pt>
    <dgm:pt modelId="{33A9F498-3617-4A36-8106-29470DB2BA46}">
      <dgm:prSet/>
      <dgm:spPr/>
      <dgm:t>
        <a:bodyPr/>
        <a:lstStyle/>
        <a:p>
          <a:r>
            <a:rPr lang="en-US" dirty="0"/>
            <a:t>- Fetch customer record (CRM API)</a:t>
          </a:r>
        </a:p>
      </dgm:t>
    </dgm:pt>
    <dgm:pt modelId="{18C4A2F1-CFA7-4706-A477-6E91776BB35F}" type="parTrans" cxnId="{94D0DFA7-932A-4188-BB3D-442646DCDEA7}">
      <dgm:prSet/>
      <dgm:spPr/>
      <dgm:t>
        <a:bodyPr/>
        <a:lstStyle/>
        <a:p>
          <a:endParaRPr lang="en-US"/>
        </a:p>
      </dgm:t>
    </dgm:pt>
    <dgm:pt modelId="{C66A5041-D6D5-45D6-9EF6-1F0F40CADFE3}" type="sibTrans" cxnId="{94D0DFA7-932A-4188-BB3D-442646DCDEA7}">
      <dgm:prSet/>
      <dgm:spPr/>
      <dgm:t>
        <a:bodyPr/>
        <a:lstStyle/>
        <a:p>
          <a:endParaRPr lang="en-US"/>
        </a:p>
      </dgm:t>
    </dgm:pt>
    <dgm:pt modelId="{0840FC20-DAAB-4B17-9FF4-426DC4B4C6ED}">
      <dgm:prSet/>
      <dgm:spPr/>
      <dgm:t>
        <a:bodyPr/>
        <a:lstStyle/>
        <a:p>
          <a:r>
            <a:rPr lang="en-US"/>
            <a:t>- Check invoices (Billing API)</a:t>
          </a:r>
        </a:p>
      </dgm:t>
    </dgm:pt>
    <dgm:pt modelId="{5E0448D6-034D-4919-BBDE-4025C8CDC2DD}" type="parTrans" cxnId="{47E4252B-B7ED-4F68-A23F-07D3B79E81D7}">
      <dgm:prSet/>
      <dgm:spPr/>
      <dgm:t>
        <a:bodyPr/>
        <a:lstStyle/>
        <a:p>
          <a:endParaRPr lang="en-US"/>
        </a:p>
      </dgm:t>
    </dgm:pt>
    <dgm:pt modelId="{784A697A-A25B-4144-81B8-BD7C3116D485}" type="sibTrans" cxnId="{47E4252B-B7ED-4F68-A23F-07D3B79E81D7}">
      <dgm:prSet/>
      <dgm:spPr/>
      <dgm:t>
        <a:bodyPr/>
        <a:lstStyle/>
        <a:p>
          <a:endParaRPr lang="en-US"/>
        </a:p>
      </dgm:t>
    </dgm:pt>
    <dgm:pt modelId="{987559B8-D5D1-41F7-93DF-F0A385E6B46F}">
      <dgm:prSet/>
      <dgm:spPr/>
      <dgm:t>
        <a:bodyPr/>
        <a:lstStyle/>
        <a:p>
          <a:r>
            <a:rPr lang="en-US"/>
            <a:t>- Search knowledge base (Vector DB)</a:t>
          </a:r>
        </a:p>
      </dgm:t>
    </dgm:pt>
    <dgm:pt modelId="{681FEBD3-11CE-4E6A-8FEE-1252209EF42E}" type="parTrans" cxnId="{8ADEA12E-BDF2-480C-A97E-3E828E271200}">
      <dgm:prSet/>
      <dgm:spPr/>
      <dgm:t>
        <a:bodyPr/>
        <a:lstStyle/>
        <a:p>
          <a:endParaRPr lang="en-US"/>
        </a:p>
      </dgm:t>
    </dgm:pt>
    <dgm:pt modelId="{9692353C-24C8-456C-80D9-9BB7DCC4F901}" type="sibTrans" cxnId="{8ADEA12E-BDF2-480C-A97E-3E828E271200}">
      <dgm:prSet/>
      <dgm:spPr/>
      <dgm:t>
        <a:bodyPr/>
        <a:lstStyle/>
        <a:p>
          <a:endParaRPr lang="en-US"/>
        </a:p>
      </dgm:t>
    </dgm:pt>
    <dgm:pt modelId="{90B52538-872F-4C01-A5D0-CC24B0B03D57}">
      <dgm:prSet/>
      <dgm:spPr/>
      <dgm:t>
        <a:bodyPr/>
        <a:lstStyle/>
        <a:p>
          <a:r>
            <a:rPr lang="en-US"/>
            <a:t>- Read app logs (Logging system)</a:t>
          </a:r>
        </a:p>
      </dgm:t>
    </dgm:pt>
    <dgm:pt modelId="{7D9FAA1C-9C91-4ECF-994F-585CFAD57AF7}" type="parTrans" cxnId="{1076429D-BEFA-4AD5-967E-21D898C77B23}">
      <dgm:prSet/>
      <dgm:spPr/>
      <dgm:t>
        <a:bodyPr/>
        <a:lstStyle/>
        <a:p>
          <a:endParaRPr lang="en-US"/>
        </a:p>
      </dgm:t>
    </dgm:pt>
    <dgm:pt modelId="{EE8D15A9-8028-4856-B75C-9FD93F08952E}" type="sibTrans" cxnId="{1076429D-BEFA-4AD5-967E-21D898C77B23}">
      <dgm:prSet/>
      <dgm:spPr/>
      <dgm:t>
        <a:bodyPr/>
        <a:lstStyle/>
        <a:p>
          <a:endParaRPr lang="en-US"/>
        </a:p>
      </dgm:t>
    </dgm:pt>
    <dgm:pt modelId="{3C91C4FE-49AC-40E1-B858-E7B78793407B}">
      <dgm:prSet/>
      <dgm:spPr/>
      <dgm:t>
        <a:bodyPr/>
        <a:lstStyle/>
        <a:p>
          <a:r>
            <a:rPr lang="en-US"/>
            <a:t>- Draft response or escalate to human</a:t>
          </a:r>
        </a:p>
      </dgm:t>
    </dgm:pt>
    <dgm:pt modelId="{B1C40937-EDDA-496F-8502-A076CA34D136}" type="parTrans" cxnId="{6AE2284D-2E59-4BD3-BB3C-1CAAB295B76A}">
      <dgm:prSet/>
      <dgm:spPr/>
      <dgm:t>
        <a:bodyPr/>
        <a:lstStyle/>
        <a:p>
          <a:endParaRPr lang="en-US"/>
        </a:p>
      </dgm:t>
    </dgm:pt>
    <dgm:pt modelId="{4C0975EB-F943-4E99-AF1F-42E9C198ED72}" type="sibTrans" cxnId="{6AE2284D-2E59-4BD3-BB3C-1CAAB295B76A}">
      <dgm:prSet/>
      <dgm:spPr/>
      <dgm:t>
        <a:bodyPr/>
        <a:lstStyle/>
        <a:p>
          <a:endParaRPr lang="en-US"/>
        </a:p>
      </dgm:t>
    </dgm:pt>
    <dgm:pt modelId="{11F23830-C3BA-F040-B4CB-6B2B65A4FF18}" type="pres">
      <dgm:prSet presAssocID="{39D5127F-4E48-4BB7-B552-21685F750527}" presName="Name0" presStyleCnt="0">
        <dgm:presLayoutVars>
          <dgm:dir/>
          <dgm:animLvl val="lvl"/>
          <dgm:resizeHandles val="exact"/>
        </dgm:presLayoutVars>
      </dgm:prSet>
      <dgm:spPr/>
    </dgm:pt>
    <dgm:pt modelId="{23994672-8A27-9941-808D-DB69E7D4FF5F}" type="pres">
      <dgm:prSet presAssocID="{FD8C1AC7-58A1-4649-B5F5-1E89D149536B}" presName="boxAndChildren" presStyleCnt="0"/>
      <dgm:spPr/>
    </dgm:pt>
    <dgm:pt modelId="{FE801F03-9C1F-524B-B5D8-0F9225D90966}" type="pres">
      <dgm:prSet presAssocID="{FD8C1AC7-58A1-4649-B5F5-1E89D149536B}" presName="parentTextBox" presStyleLbl="node1" presStyleIdx="0" presStyleCnt="2"/>
      <dgm:spPr/>
    </dgm:pt>
    <dgm:pt modelId="{2D046BAE-5B40-0B48-9653-4110C58DFF53}" type="pres">
      <dgm:prSet presAssocID="{FD8C1AC7-58A1-4649-B5F5-1E89D149536B}" presName="entireBox" presStyleLbl="node1" presStyleIdx="0" presStyleCnt="2"/>
      <dgm:spPr/>
    </dgm:pt>
    <dgm:pt modelId="{42E5E682-53B1-774C-95C8-5A9474C7A743}" type="pres">
      <dgm:prSet presAssocID="{FD8C1AC7-58A1-4649-B5F5-1E89D149536B}" presName="descendantBox" presStyleCnt="0"/>
      <dgm:spPr/>
    </dgm:pt>
    <dgm:pt modelId="{013F069E-0D82-AE40-AC57-1DA90027BE7A}" type="pres">
      <dgm:prSet presAssocID="{33A9F498-3617-4A36-8106-29470DB2BA46}" presName="childTextBox" presStyleLbl="fgAccFollowNode1" presStyleIdx="0" presStyleCnt="5">
        <dgm:presLayoutVars>
          <dgm:bulletEnabled val="1"/>
        </dgm:presLayoutVars>
      </dgm:prSet>
      <dgm:spPr/>
    </dgm:pt>
    <dgm:pt modelId="{396204D8-C731-6C45-9165-48AAB95936B6}" type="pres">
      <dgm:prSet presAssocID="{0840FC20-DAAB-4B17-9FF4-426DC4B4C6ED}" presName="childTextBox" presStyleLbl="fgAccFollowNode1" presStyleIdx="1" presStyleCnt="5">
        <dgm:presLayoutVars>
          <dgm:bulletEnabled val="1"/>
        </dgm:presLayoutVars>
      </dgm:prSet>
      <dgm:spPr/>
    </dgm:pt>
    <dgm:pt modelId="{8469C5B0-172A-0542-9FB4-72B85407EA0F}" type="pres">
      <dgm:prSet presAssocID="{987559B8-D5D1-41F7-93DF-F0A385E6B46F}" presName="childTextBox" presStyleLbl="fgAccFollowNode1" presStyleIdx="2" presStyleCnt="5">
        <dgm:presLayoutVars>
          <dgm:bulletEnabled val="1"/>
        </dgm:presLayoutVars>
      </dgm:prSet>
      <dgm:spPr/>
    </dgm:pt>
    <dgm:pt modelId="{535BC4A2-FD2E-6F48-BF1E-FD978EBA54C9}" type="pres">
      <dgm:prSet presAssocID="{90B52538-872F-4C01-A5D0-CC24B0B03D57}" presName="childTextBox" presStyleLbl="fgAccFollowNode1" presStyleIdx="3" presStyleCnt="5">
        <dgm:presLayoutVars>
          <dgm:bulletEnabled val="1"/>
        </dgm:presLayoutVars>
      </dgm:prSet>
      <dgm:spPr/>
    </dgm:pt>
    <dgm:pt modelId="{8CAE6492-9529-1E49-8B55-72784FB62E94}" type="pres">
      <dgm:prSet presAssocID="{3C91C4FE-49AC-40E1-B858-E7B78793407B}" presName="childTextBox" presStyleLbl="fgAccFollowNode1" presStyleIdx="4" presStyleCnt="5">
        <dgm:presLayoutVars>
          <dgm:bulletEnabled val="1"/>
        </dgm:presLayoutVars>
      </dgm:prSet>
      <dgm:spPr/>
    </dgm:pt>
    <dgm:pt modelId="{CEC852C2-8B21-4340-AA3D-953056357C47}" type="pres">
      <dgm:prSet presAssocID="{2FB1029E-5578-4528-ABDA-FC76B09D65FD}" presName="sp" presStyleCnt="0"/>
      <dgm:spPr/>
    </dgm:pt>
    <dgm:pt modelId="{A560A6D3-7E39-E64C-91F2-8C107A679A78}" type="pres">
      <dgm:prSet presAssocID="{E14C1D46-4408-4BB2-818C-639B4FBAA491}" presName="arrowAndChildren" presStyleCnt="0"/>
      <dgm:spPr/>
    </dgm:pt>
    <dgm:pt modelId="{6BAFB9EA-753F-EB49-B951-6ECF057A860C}" type="pres">
      <dgm:prSet presAssocID="{E14C1D46-4408-4BB2-818C-639B4FBAA491}" presName="parentTextArrow" presStyleLbl="node1" presStyleIdx="1" presStyleCnt="2"/>
      <dgm:spPr/>
    </dgm:pt>
  </dgm:ptLst>
  <dgm:cxnLst>
    <dgm:cxn modelId="{8CD2F908-5A56-46C0-AD55-FA890826198F}" srcId="{39D5127F-4E48-4BB7-B552-21685F750527}" destId="{E14C1D46-4408-4BB2-818C-639B4FBAA491}" srcOrd="0" destOrd="0" parTransId="{AD934AC4-162A-421C-A73A-4E9822D3441B}" sibTransId="{2FB1029E-5578-4528-ABDA-FC76B09D65FD}"/>
    <dgm:cxn modelId="{5A0EAE16-2A70-6741-B25A-41EEAA99CCC9}" type="presOf" srcId="{33A9F498-3617-4A36-8106-29470DB2BA46}" destId="{013F069E-0D82-AE40-AC57-1DA90027BE7A}" srcOrd="0" destOrd="0" presId="urn:microsoft.com/office/officeart/2005/8/layout/process4"/>
    <dgm:cxn modelId="{47E4252B-B7ED-4F68-A23F-07D3B79E81D7}" srcId="{FD8C1AC7-58A1-4649-B5F5-1E89D149536B}" destId="{0840FC20-DAAB-4B17-9FF4-426DC4B4C6ED}" srcOrd="1" destOrd="0" parTransId="{5E0448D6-034D-4919-BBDE-4025C8CDC2DD}" sibTransId="{784A697A-A25B-4144-81B8-BD7C3116D485}"/>
    <dgm:cxn modelId="{8ADEA12E-BDF2-480C-A97E-3E828E271200}" srcId="{FD8C1AC7-58A1-4649-B5F5-1E89D149536B}" destId="{987559B8-D5D1-41F7-93DF-F0A385E6B46F}" srcOrd="2" destOrd="0" parTransId="{681FEBD3-11CE-4E6A-8FEE-1252209EF42E}" sibTransId="{9692353C-24C8-456C-80D9-9BB7DCC4F901}"/>
    <dgm:cxn modelId="{A2354C47-C5C5-6A40-BBF0-FC1A978AB8A5}" type="presOf" srcId="{E14C1D46-4408-4BB2-818C-639B4FBAA491}" destId="{6BAFB9EA-753F-EB49-B951-6ECF057A860C}" srcOrd="0" destOrd="0" presId="urn:microsoft.com/office/officeart/2005/8/layout/process4"/>
    <dgm:cxn modelId="{6AE2284D-2E59-4BD3-BB3C-1CAAB295B76A}" srcId="{FD8C1AC7-58A1-4649-B5F5-1E89D149536B}" destId="{3C91C4FE-49AC-40E1-B858-E7B78793407B}" srcOrd="4" destOrd="0" parTransId="{B1C40937-EDDA-496F-8502-A076CA34D136}" sibTransId="{4C0975EB-F943-4E99-AF1F-42E9C198ED72}"/>
    <dgm:cxn modelId="{EE604D5E-54D3-F540-8C5E-7A3A48101531}" type="presOf" srcId="{FD8C1AC7-58A1-4649-B5F5-1E89D149536B}" destId="{FE801F03-9C1F-524B-B5D8-0F9225D90966}" srcOrd="0" destOrd="0" presId="urn:microsoft.com/office/officeart/2005/8/layout/process4"/>
    <dgm:cxn modelId="{FAE5076C-2DD9-834C-80F8-06E99A1B63CE}" type="presOf" srcId="{39D5127F-4E48-4BB7-B552-21685F750527}" destId="{11F23830-C3BA-F040-B4CB-6B2B65A4FF18}" srcOrd="0" destOrd="0" presId="urn:microsoft.com/office/officeart/2005/8/layout/process4"/>
    <dgm:cxn modelId="{5D1DCC95-BDEC-3B45-A7C6-6B774DCA52B0}" type="presOf" srcId="{90B52538-872F-4C01-A5D0-CC24B0B03D57}" destId="{535BC4A2-FD2E-6F48-BF1E-FD978EBA54C9}" srcOrd="0" destOrd="0" presId="urn:microsoft.com/office/officeart/2005/8/layout/process4"/>
    <dgm:cxn modelId="{1076429D-BEFA-4AD5-967E-21D898C77B23}" srcId="{FD8C1AC7-58A1-4649-B5F5-1E89D149536B}" destId="{90B52538-872F-4C01-A5D0-CC24B0B03D57}" srcOrd="3" destOrd="0" parTransId="{7D9FAA1C-9C91-4ECF-994F-585CFAD57AF7}" sibTransId="{EE8D15A9-8028-4856-B75C-9FD93F08952E}"/>
    <dgm:cxn modelId="{94D0DFA7-932A-4188-BB3D-442646DCDEA7}" srcId="{FD8C1AC7-58A1-4649-B5F5-1E89D149536B}" destId="{33A9F498-3617-4A36-8106-29470DB2BA46}" srcOrd="0" destOrd="0" parTransId="{18C4A2F1-CFA7-4706-A477-6E91776BB35F}" sibTransId="{C66A5041-D6D5-45D6-9EF6-1F0F40CADFE3}"/>
    <dgm:cxn modelId="{DA7F09A9-FE81-0446-98C6-74616180FBAA}" type="presOf" srcId="{987559B8-D5D1-41F7-93DF-F0A385E6B46F}" destId="{8469C5B0-172A-0542-9FB4-72B85407EA0F}" srcOrd="0" destOrd="0" presId="urn:microsoft.com/office/officeart/2005/8/layout/process4"/>
    <dgm:cxn modelId="{BBB09BB5-8B05-3F46-9334-2E376934130B}" type="presOf" srcId="{3C91C4FE-49AC-40E1-B858-E7B78793407B}" destId="{8CAE6492-9529-1E49-8B55-72784FB62E94}" srcOrd="0" destOrd="0" presId="urn:microsoft.com/office/officeart/2005/8/layout/process4"/>
    <dgm:cxn modelId="{78BB45BC-2A14-184E-8633-D3C41421747B}" type="presOf" srcId="{0840FC20-DAAB-4B17-9FF4-426DC4B4C6ED}" destId="{396204D8-C731-6C45-9165-48AAB95936B6}" srcOrd="0" destOrd="0" presId="urn:microsoft.com/office/officeart/2005/8/layout/process4"/>
    <dgm:cxn modelId="{7C3B6CBE-59C5-48C5-BD3B-7A2642373307}" srcId="{39D5127F-4E48-4BB7-B552-21685F750527}" destId="{FD8C1AC7-58A1-4649-B5F5-1E89D149536B}" srcOrd="1" destOrd="0" parTransId="{163EDA7B-D107-43C4-AF4B-AD0673D74D39}" sibTransId="{838CA876-12FC-4C79-BCB7-007FA95CD37D}"/>
    <dgm:cxn modelId="{9189B9F1-5854-8F44-A9D6-05F5E394F7DE}" type="presOf" srcId="{FD8C1AC7-58A1-4649-B5F5-1E89D149536B}" destId="{2D046BAE-5B40-0B48-9653-4110C58DFF53}" srcOrd="1" destOrd="0" presId="urn:microsoft.com/office/officeart/2005/8/layout/process4"/>
    <dgm:cxn modelId="{F41C6ABB-377E-4845-B67F-EEC304216E72}" type="presParOf" srcId="{11F23830-C3BA-F040-B4CB-6B2B65A4FF18}" destId="{23994672-8A27-9941-808D-DB69E7D4FF5F}" srcOrd="0" destOrd="0" presId="urn:microsoft.com/office/officeart/2005/8/layout/process4"/>
    <dgm:cxn modelId="{5DE98BBC-5BF9-9D4C-93F3-0F409DA5037B}" type="presParOf" srcId="{23994672-8A27-9941-808D-DB69E7D4FF5F}" destId="{FE801F03-9C1F-524B-B5D8-0F9225D90966}" srcOrd="0" destOrd="0" presId="urn:microsoft.com/office/officeart/2005/8/layout/process4"/>
    <dgm:cxn modelId="{83A06E5B-DEEF-984D-A22E-47D22C5F8187}" type="presParOf" srcId="{23994672-8A27-9941-808D-DB69E7D4FF5F}" destId="{2D046BAE-5B40-0B48-9653-4110C58DFF53}" srcOrd="1" destOrd="0" presId="urn:microsoft.com/office/officeart/2005/8/layout/process4"/>
    <dgm:cxn modelId="{53B0B62E-1C09-E74E-8FF3-D3830F691F9D}" type="presParOf" srcId="{23994672-8A27-9941-808D-DB69E7D4FF5F}" destId="{42E5E682-53B1-774C-95C8-5A9474C7A743}" srcOrd="2" destOrd="0" presId="urn:microsoft.com/office/officeart/2005/8/layout/process4"/>
    <dgm:cxn modelId="{5C131DA8-E6B4-5747-B8F3-B9AD9D677632}" type="presParOf" srcId="{42E5E682-53B1-774C-95C8-5A9474C7A743}" destId="{013F069E-0D82-AE40-AC57-1DA90027BE7A}" srcOrd="0" destOrd="0" presId="urn:microsoft.com/office/officeart/2005/8/layout/process4"/>
    <dgm:cxn modelId="{432CB2B0-8338-4A44-A310-1AF7378ACE07}" type="presParOf" srcId="{42E5E682-53B1-774C-95C8-5A9474C7A743}" destId="{396204D8-C731-6C45-9165-48AAB95936B6}" srcOrd="1" destOrd="0" presId="urn:microsoft.com/office/officeart/2005/8/layout/process4"/>
    <dgm:cxn modelId="{FB5AE3A8-12E8-8A42-8C91-E9BE4F19E448}" type="presParOf" srcId="{42E5E682-53B1-774C-95C8-5A9474C7A743}" destId="{8469C5B0-172A-0542-9FB4-72B85407EA0F}" srcOrd="2" destOrd="0" presId="urn:microsoft.com/office/officeart/2005/8/layout/process4"/>
    <dgm:cxn modelId="{5FF73968-CF23-5E4B-A9EA-2E7213CC1BB0}" type="presParOf" srcId="{42E5E682-53B1-774C-95C8-5A9474C7A743}" destId="{535BC4A2-FD2E-6F48-BF1E-FD978EBA54C9}" srcOrd="3" destOrd="0" presId="urn:microsoft.com/office/officeart/2005/8/layout/process4"/>
    <dgm:cxn modelId="{FE49EF7F-B65F-BD4E-AD8A-7DF16FB906FF}" type="presParOf" srcId="{42E5E682-53B1-774C-95C8-5A9474C7A743}" destId="{8CAE6492-9529-1E49-8B55-72784FB62E94}" srcOrd="4" destOrd="0" presId="urn:microsoft.com/office/officeart/2005/8/layout/process4"/>
    <dgm:cxn modelId="{43E12CE6-B950-8142-B632-FBDDA3F5377F}" type="presParOf" srcId="{11F23830-C3BA-F040-B4CB-6B2B65A4FF18}" destId="{CEC852C2-8B21-4340-AA3D-953056357C47}" srcOrd="1" destOrd="0" presId="urn:microsoft.com/office/officeart/2005/8/layout/process4"/>
    <dgm:cxn modelId="{6FB063B2-9581-C14D-B4D3-52455303DCBC}" type="presParOf" srcId="{11F23830-C3BA-F040-B4CB-6B2B65A4FF18}" destId="{A560A6D3-7E39-E64C-91F2-8C107A679A78}" srcOrd="2" destOrd="0" presId="urn:microsoft.com/office/officeart/2005/8/layout/process4"/>
    <dgm:cxn modelId="{5904A8C5-2560-D449-ADA5-50C9DF891DA0}" type="presParOf" srcId="{A560A6D3-7E39-E64C-91F2-8C107A679A78}" destId="{6BAFB9EA-753F-EB49-B951-6ECF057A860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0332BD-DFF1-4B70-8326-BAE3FC01E12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E57021-48F6-4E40-A7DF-73DBC00D7762}">
      <dgm:prSet/>
      <dgm:spPr/>
      <dgm:t>
        <a:bodyPr/>
        <a:lstStyle/>
        <a:p>
          <a:r>
            <a:rPr lang="en-US"/>
            <a:t>Complex tickets with mixed issues</a:t>
          </a:r>
        </a:p>
      </dgm:t>
    </dgm:pt>
    <dgm:pt modelId="{6CC7A171-FA17-4CDC-8C34-61A4E1ED05B3}" type="parTrans" cxnId="{BD301648-E91C-46D2-996F-9D5380756E74}">
      <dgm:prSet/>
      <dgm:spPr/>
      <dgm:t>
        <a:bodyPr/>
        <a:lstStyle/>
        <a:p>
          <a:endParaRPr lang="en-US"/>
        </a:p>
      </dgm:t>
    </dgm:pt>
    <dgm:pt modelId="{CE6DE9FF-18B6-44C7-9E06-7F52100ABC4A}" type="sibTrans" cxnId="{BD301648-E91C-46D2-996F-9D5380756E74}">
      <dgm:prSet/>
      <dgm:spPr/>
      <dgm:t>
        <a:bodyPr/>
        <a:lstStyle/>
        <a:p>
          <a:endParaRPr lang="en-US"/>
        </a:p>
      </dgm:t>
    </dgm:pt>
    <dgm:pt modelId="{1236337B-3602-4348-ABEC-3362EF01F069}">
      <dgm:prSet/>
      <dgm:spPr/>
      <dgm:t>
        <a:bodyPr/>
        <a:lstStyle/>
        <a:p>
          <a:r>
            <a:rPr lang="en-US"/>
            <a:t>Unclear or novel problems</a:t>
          </a:r>
        </a:p>
      </dgm:t>
    </dgm:pt>
    <dgm:pt modelId="{7DE4E4D0-77B8-4232-812D-108A290DA316}" type="parTrans" cxnId="{A2F4DEE2-E63B-4EA3-ABFB-F32AD72E8F0C}">
      <dgm:prSet/>
      <dgm:spPr/>
      <dgm:t>
        <a:bodyPr/>
        <a:lstStyle/>
        <a:p>
          <a:endParaRPr lang="en-US"/>
        </a:p>
      </dgm:t>
    </dgm:pt>
    <dgm:pt modelId="{30A3A546-3278-42C5-956D-BA5EEF5BF04A}" type="sibTrans" cxnId="{A2F4DEE2-E63B-4EA3-ABFB-F32AD72E8F0C}">
      <dgm:prSet/>
      <dgm:spPr/>
      <dgm:t>
        <a:bodyPr/>
        <a:lstStyle/>
        <a:p>
          <a:endParaRPr lang="en-US"/>
        </a:p>
      </dgm:t>
    </dgm:pt>
    <dgm:pt modelId="{BC2F9012-A8AB-4962-B56E-1167B10F5363}">
      <dgm:prSet/>
      <dgm:spPr/>
      <dgm:t>
        <a:bodyPr/>
        <a:lstStyle/>
        <a:p>
          <a:r>
            <a:rPr lang="en-US"/>
            <a:t>Need reasoning across systems</a:t>
          </a:r>
        </a:p>
      </dgm:t>
    </dgm:pt>
    <dgm:pt modelId="{8470E73A-364C-40BB-BCD2-7E83FB50BC2E}" type="parTrans" cxnId="{CADFBF47-AECF-470C-A8C6-A24A4D53CF99}">
      <dgm:prSet/>
      <dgm:spPr/>
      <dgm:t>
        <a:bodyPr/>
        <a:lstStyle/>
        <a:p>
          <a:endParaRPr lang="en-US"/>
        </a:p>
      </dgm:t>
    </dgm:pt>
    <dgm:pt modelId="{DCCB1CD2-5F80-4260-827D-359D6EC379ED}" type="sibTrans" cxnId="{CADFBF47-AECF-470C-A8C6-A24A4D53CF99}">
      <dgm:prSet/>
      <dgm:spPr/>
      <dgm:t>
        <a:bodyPr/>
        <a:lstStyle/>
        <a:p>
          <a:endParaRPr lang="en-US"/>
        </a:p>
      </dgm:t>
    </dgm:pt>
    <dgm:pt modelId="{6F9C93C0-4A56-4070-918D-36C73E6E14F2}">
      <dgm:prSet/>
      <dgm:spPr/>
      <dgm:t>
        <a:bodyPr/>
        <a:lstStyle/>
        <a:p>
          <a:r>
            <a:rPr lang="en-US"/>
            <a:t>Examples: billing + app crash + data loss together</a:t>
          </a:r>
        </a:p>
      </dgm:t>
    </dgm:pt>
    <dgm:pt modelId="{59C2B9F7-3FDB-4DD9-91D7-E3D8934A87E5}" type="parTrans" cxnId="{6C3D4FDF-2EB0-43BB-A585-11768842412E}">
      <dgm:prSet/>
      <dgm:spPr/>
      <dgm:t>
        <a:bodyPr/>
        <a:lstStyle/>
        <a:p>
          <a:endParaRPr lang="en-US"/>
        </a:p>
      </dgm:t>
    </dgm:pt>
    <dgm:pt modelId="{7021DA9F-6EBE-4E96-85C4-97FAC9051318}" type="sibTrans" cxnId="{6C3D4FDF-2EB0-43BB-A585-11768842412E}">
      <dgm:prSet/>
      <dgm:spPr/>
      <dgm:t>
        <a:bodyPr/>
        <a:lstStyle/>
        <a:p>
          <a:endParaRPr lang="en-US"/>
        </a:p>
      </dgm:t>
    </dgm:pt>
    <dgm:pt modelId="{FE18F819-FC04-1748-9FB7-02C71464F183}" type="pres">
      <dgm:prSet presAssocID="{AD0332BD-DFF1-4B70-8326-BAE3FC01E123}" presName="vert0" presStyleCnt="0">
        <dgm:presLayoutVars>
          <dgm:dir/>
          <dgm:animOne val="branch"/>
          <dgm:animLvl val="lvl"/>
        </dgm:presLayoutVars>
      </dgm:prSet>
      <dgm:spPr/>
    </dgm:pt>
    <dgm:pt modelId="{3EA976C2-CB6B-F444-A87A-FAEE86222202}" type="pres">
      <dgm:prSet presAssocID="{B5E57021-48F6-4E40-A7DF-73DBC00D7762}" presName="thickLine" presStyleLbl="alignNode1" presStyleIdx="0" presStyleCnt="4"/>
      <dgm:spPr/>
    </dgm:pt>
    <dgm:pt modelId="{32BB57B2-A812-204E-8F99-EEDE29551045}" type="pres">
      <dgm:prSet presAssocID="{B5E57021-48F6-4E40-A7DF-73DBC00D7762}" presName="horz1" presStyleCnt="0"/>
      <dgm:spPr/>
    </dgm:pt>
    <dgm:pt modelId="{8531C93F-2D58-7F49-994E-2268AEDE19D7}" type="pres">
      <dgm:prSet presAssocID="{B5E57021-48F6-4E40-A7DF-73DBC00D7762}" presName="tx1" presStyleLbl="revTx" presStyleIdx="0" presStyleCnt="4"/>
      <dgm:spPr/>
    </dgm:pt>
    <dgm:pt modelId="{612D2280-465A-DC43-9D44-017049D51816}" type="pres">
      <dgm:prSet presAssocID="{B5E57021-48F6-4E40-A7DF-73DBC00D7762}" presName="vert1" presStyleCnt="0"/>
      <dgm:spPr/>
    </dgm:pt>
    <dgm:pt modelId="{B21DEE7C-F33E-274C-B342-72E9DDF7FF1A}" type="pres">
      <dgm:prSet presAssocID="{1236337B-3602-4348-ABEC-3362EF01F069}" presName="thickLine" presStyleLbl="alignNode1" presStyleIdx="1" presStyleCnt="4"/>
      <dgm:spPr/>
    </dgm:pt>
    <dgm:pt modelId="{3698DCFF-B6F6-8248-AAE2-3AA51C2000D7}" type="pres">
      <dgm:prSet presAssocID="{1236337B-3602-4348-ABEC-3362EF01F069}" presName="horz1" presStyleCnt="0"/>
      <dgm:spPr/>
    </dgm:pt>
    <dgm:pt modelId="{4401BFC2-7557-7243-A218-1D3AEADE55E1}" type="pres">
      <dgm:prSet presAssocID="{1236337B-3602-4348-ABEC-3362EF01F069}" presName="tx1" presStyleLbl="revTx" presStyleIdx="1" presStyleCnt="4"/>
      <dgm:spPr/>
    </dgm:pt>
    <dgm:pt modelId="{D69B640A-2347-3E4D-8E82-7BFFCCA6CF10}" type="pres">
      <dgm:prSet presAssocID="{1236337B-3602-4348-ABEC-3362EF01F069}" presName="vert1" presStyleCnt="0"/>
      <dgm:spPr/>
    </dgm:pt>
    <dgm:pt modelId="{FC4987E8-ABFA-7343-B8AD-3CE23E2B4679}" type="pres">
      <dgm:prSet presAssocID="{BC2F9012-A8AB-4962-B56E-1167B10F5363}" presName="thickLine" presStyleLbl="alignNode1" presStyleIdx="2" presStyleCnt="4"/>
      <dgm:spPr/>
    </dgm:pt>
    <dgm:pt modelId="{50BA4694-0CFC-CD45-BB14-69F65EFA5442}" type="pres">
      <dgm:prSet presAssocID="{BC2F9012-A8AB-4962-B56E-1167B10F5363}" presName="horz1" presStyleCnt="0"/>
      <dgm:spPr/>
    </dgm:pt>
    <dgm:pt modelId="{1B2722FE-CB9B-D44F-B87D-4B5819939D47}" type="pres">
      <dgm:prSet presAssocID="{BC2F9012-A8AB-4962-B56E-1167B10F5363}" presName="tx1" presStyleLbl="revTx" presStyleIdx="2" presStyleCnt="4"/>
      <dgm:spPr/>
    </dgm:pt>
    <dgm:pt modelId="{14F2335A-2494-BD40-9834-FDA2A8F567E0}" type="pres">
      <dgm:prSet presAssocID="{BC2F9012-A8AB-4962-B56E-1167B10F5363}" presName="vert1" presStyleCnt="0"/>
      <dgm:spPr/>
    </dgm:pt>
    <dgm:pt modelId="{59CB2F3E-14C7-AB49-9E63-E067B3946F69}" type="pres">
      <dgm:prSet presAssocID="{6F9C93C0-4A56-4070-918D-36C73E6E14F2}" presName="thickLine" presStyleLbl="alignNode1" presStyleIdx="3" presStyleCnt="4"/>
      <dgm:spPr/>
    </dgm:pt>
    <dgm:pt modelId="{F8040200-E5F7-BF43-B8F9-0A858BC5E519}" type="pres">
      <dgm:prSet presAssocID="{6F9C93C0-4A56-4070-918D-36C73E6E14F2}" presName="horz1" presStyleCnt="0"/>
      <dgm:spPr/>
    </dgm:pt>
    <dgm:pt modelId="{54D591D5-BF14-D34B-8AA4-844BF751DAFD}" type="pres">
      <dgm:prSet presAssocID="{6F9C93C0-4A56-4070-918D-36C73E6E14F2}" presName="tx1" presStyleLbl="revTx" presStyleIdx="3" presStyleCnt="4"/>
      <dgm:spPr/>
    </dgm:pt>
    <dgm:pt modelId="{223557AD-07B8-B14C-9AE9-0B846CA21F8E}" type="pres">
      <dgm:prSet presAssocID="{6F9C93C0-4A56-4070-918D-36C73E6E14F2}" presName="vert1" presStyleCnt="0"/>
      <dgm:spPr/>
    </dgm:pt>
  </dgm:ptLst>
  <dgm:cxnLst>
    <dgm:cxn modelId="{3505B303-DC6A-8D4E-A135-51BD6BF2442D}" type="presOf" srcId="{6F9C93C0-4A56-4070-918D-36C73E6E14F2}" destId="{54D591D5-BF14-D34B-8AA4-844BF751DAFD}" srcOrd="0" destOrd="0" presId="urn:microsoft.com/office/officeart/2008/layout/LinedList"/>
    <dgm:cxn modelId="{10A84B21-885C-7340-9475-21143C7EFAEF}" type="presOf" srcId="{B5E57021-48F6-4E40-A7DF-73DBC00D7762}" destId="{8531C93F-2D58-7F49-994E-2268AEDE19D7}" srcOrd="0" destOrd="0" presId="urn:microsoft.com/office/officeart/2008/layout/LinedList"/>
    <dgm:cxn modelId="{CADFBF47-AECF-470C-A8C6-A24A4D53CF99}" srcId="{AD0332BD-DFF1-4B70-8326-BAE3FC01E123}" destId="{BC2F9012-A8AB-4962-B56E-1167B10F5363}" srcOrd="2" destOrd="0" parTransId="{8470E73A-364C-40BB-BCD2-7E83FB50BC2E}" sibTransId="{DCCB1CD2-5F80-4260-827D-359D6EC379ED}"/>
    <dgm:cxn modelId="{BD301648-E91C-46D2-996F-9D5380756E74}" srcId="{AD0332BD-DFF1-4B70-8326-BAE3FC01E123}" destId="{B5E57021-48F6-4E40-A7DF-73DBC00D7762}" srcOrd="0" destOrd="0" parTransId="{6CC7A171-FA17-4CDC-8C34-61A4E1ED05B3}" sibTransId="{CE6DE9FF-18B6-44C7-9E06-7F52100ABC4A}"/>
    <dgm:cxn modelId="{11AF8F81-DFCD-CE4A-828D-FE5163D828C3}" type="presOf" srcId="{1236337B-3602-4348-ABEC-3362EF01F069}" destId="{4401BFC2-7557-7243-A218-1D3AEADE55E1}" srcOrd="0" destOrd="0" presId="urn:microsoft.com/office/officeart/2008/layout/LinedList"/>
    <dgm:cxn modelId="{5868719B-3B3D-DA46-8105-0CEBA57ABF84}" type="presOf" srcId="{BC2F9012-A8AB-4962-B56E-1167B10F5363}" destId="{1B2722FE-CB9B-D44F-B87D-4B5819939D47}" srcOrd="0" destOrd="0" presId="urn:microsoft.com/office/officeart/2008/layout/LinedList"/>
    <dgm:cxn modelId="{092056DE-E301-8E4E-A422-5953CCA44F1F}" type="presOf" srcId="{AD0332BD-DFF1-4B70-8326-BAE3FC01E123}" destId="{FE18F819-FC04-1748-9FB7-02C71464F183}" srcOrd="0" destOrd="0" presId="urn:microsoft.com/office/officeart/2008/layout/LinedList"/>
    <dgm:cxn modelId="{6C3D4FDF-2EB0-43BB-A585-11768842412E}" srcId="{AD0332BD-DFF1-4B70-8326-BAE3FC01E123}" destId="{6F9C93C0-4A56-4070-918D-36C73E6E14F2}" srcOrd="3" destOrd="0" parTransId="{59C2B9F7-3FDB-4DD9-91D7-E3D8934A87E5}" sibTransId="{7021DA9F-6EBE-4E96-85C4-97FAC9051318}"/>
    <dgm:cxn modelId="{A2F4DEE2-E63B-4EA3-ABFB-F32AD72E8F0C}" srcId="{AD0332BD-DFF1-4B70-8326-BAE3FC01E123}" destId="{1236337B-3602-4348-ABEC-3362EF01F069}" srcOrd="1" destOrd="0" parTransId="{7DE4E4D0-77B8-4232-812D-108A290DA316}" sibTransId="{30A3A546-3278-42C5-956D-BA5EEF5BF04A}"/>
    <dgm:cxn modelId="{5C6967F1-927B-CA4D-8AC0-39ACCCF634F4}" type="presParOf" srcId="{FE18F819-FC04-1748-9FB7-02C71464F183}" destId="{3EA976C2-CB6B-F444-A87A-FAEE86222202}" srcOrd="0" destOrd="0" presId="urn:microsoft.com/office/officeart/2008/layout/LinedList"/>
    <dgm:cxn modelId="{BAE798A0-4ADD-694D-AF18-D2D5438206F2}" type="presParOf" srcId="{FE18F819-FC04-1748-9FB7-02C71464F183}" destId="{32BB57B2-A812-204E-8F99-EEDE29551045}" srcOrd="1" destOrd="0" presId="urn:microsoft.com/office/officeart/2008/layout/LinedList"/>
    <dgm:cxn modelId="{896A167B-E631-AB4B-BEFD-23481A09A3FE}" type="presParOf" srcId="{32BB57B2-A812-204E-8F99-EEDE29551045}" destId="{8531C93F-2D58-7F49-994E-2268AEDE19D7}" srcOrd="0" destOrd="0" presId="urn:microsoft.com/office/officeart/2008/layout/LinedList"/>
    <dgm:cxn modelId="{AC22ED9E-0C16-3741-96AA-252FCA8B176A}" type="presParOf" srcId="{32BB57B2-A812-204E-8F99-EEDE29551045}" destId="{612D2280-465A-DC43-9D44-017049D51816}" srcOrd="1" destOrd="0" presId="urn:microsoft.com/office/officeart/2008/layout/LinedList"/>
    <dgm:cxn modelId="{A7A5A97E-5A52-F54A-9FCC-2E5924805235}" type="presParOf" srcId="{FE18F819-FC04-1748-9FB7-02C71464F183}" destId="{B21DEE7C-F33E-274C-B342-72E9DDF7FF1A}" srcOrd="2" destOrd="0" presId="urn:microsoft.com/office/officeart/2008/layout/LinedList"/>
    <dgm:cxn modelId="{73E996FC-040F-194E-A182-FCD23902455D}" type="presParOf" srcId="{FE18F819-FC04-1748-9FB7-02C71464F183}" destId="{3698DCFF-B6F6-8248-AAE2-3AA51C2000D7}" srcOrd="3" destOrd="0" presId="urn:microsoft.com/office/officeart/2008/layout/LinedList"/>
    <dgm:cxn modelId="{1A1D8568-95A4-3A44-9051-1D00A7227666}" type="presParOf" srcId="{3698DCFF-B6F6-8248-AAE2-3AA51C2000D7}" destId="{4401BFC2-7557-7243-A218-1D3AEADE55E1}" srcOrd="0" destOrd="0" presId="urn:microsoft.com/office/officeart/2008/layout/LinedList"/>
    <dgm:cxn modelId="{07A943CE-6E54-E64A-BE47-8E5E278751F1}" type="presParOf" srcId="{3698DCFF-B6F6-8248-AAE2-3AA51C2000D7}" destId="{D69B640A-2347-3E4D-8E82-7BFFCCA6CF10}" srcOrd="1" destOrd="0" presId="urn:microsoft.com/office/officeart/2008/layout/LinedList"/>
    <dgm:cxn modelId="{95BB8647-EE98-9545-9B70-29797249ABCC}" type="presParOf" srcId="{FE18F819-FC04-1748-9FB7-02C71464F183}" destId="{FC4987E8-ABFA-7343-B8AD-3CE23E2B4679}" srcOrd="4" destOrd="0" presId="urn:microsoft.com/office/officeart/2008/layout/LinedList"/>
    <dgm:cxn modelId="{4604B63A-7820-0F49-B317-20A63EABDA30}" type="presParOf" srcId="{FE18F819-FC04-1748-9FB7-02C71464F183}" destId="{50BA4694-0CFC-CD45-BB14-69F65EFA5442}" srcOrd="5" destOrd="0" presId="urn:microsoft.com/office/officeart/2008/layout/LinedList"/>
    <dgm:cxn modelId="{A973C2F0-0F1B-2141-80AE-34256B24C3BB}" type="presParOf" srcId="{50BA4694-0CFC-CD45-BB14-69F65EFA5442}" destId="{1B2722FE-CB9B-D44F-B87D-4B5819939D47}" srcOrd="0" destOrd="0" presId="urn:microsoft.com/office/officeart/2008/layout/LinedList"/>
    <dgm:cxn modelId="{6A6099F6-6241-E94C-B3D9-69C3BDB83EEC}" type="presParOf" srcId="{50BA4694-0CFC-CD45-BB14-69F65EFA5442}" destId="{14F2335A-2494-BD40-9834-FDA2A8F567E0}" srcOrd="1" destOrd="0" presId="urn:microsoft.com/office/officeart/2008/layout/LinedList"/>
    <dgm:cxn modelId="{248AA448-B457-9D46-934F-B94365703BED}" type="presParOf" srcId="{FE18F819-FC04-1748-9FB7-02C71464F183}" destId="{59CB2F3E-14C7-AB49-9E63-E067B3946F69}" srcOrd="6" destOrd="0" presId="urn:microsoft.com/office/officeart/2008/layout/LinedList"/>
    <dgm:cxn modelId="{7E97D24C-1EB2-9948-AD5A-18205125F0B9}" type="presParOf" srcId="{FE18F819-FC04-1748-9FB7-02C71464F183}" destId="{F8040200-E5F7-BF43-B8F9-0A858BC5E519}" srcOrd="7" destOrd="0" presId="urn:microsoft.com/office/officeart/2008/layout/LinedList"/>
    <dgm:cxn modelId="{CAD7311A-8C68-E14F-B103-FE5505DE1749}" type="presParOf" srcId="{F8040200-E5F7-BF43-B8F9-0A858BC5E519}" destId="{54D591D5-BF14-D34B-8AA4-844BF751DAFD}" srcOrd="0" destOrd="0" presId="urn:microsoft.com/office/officeart/2008/layout/LinedList"/>
    <dgm:cxn modelId="{DF7E31E5-81FB-364A-83D6-E21FE0137CA1}" type="presParOf" srcId="{F8040200-E5F7-BF43-B8F9-0A858BC5E519}" destId="{223557AD-07B8-B14C-9AE9-0B846CA21F8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45DE5-E46B-4D47-A0B6-8F9202E95958}">
      <dsp:nvSpPr>
        <dsp:cNvPr id="0" name=""/>
        <dsp:cNvSpPr/>
      </dsp:nvSpPr>
      <dsp:spPr>
        <a:xfrm>
          <a:off x="983960" y="892678"/>
          <a:ext cx="1460990" cy="1460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7CF4E-0F7B-4F62-8F30-EEC3251E57CD}">
      <dsp:nvSpPr>
        <dsp:cNvPr id="0" name=""/>
        <dsp:cNvSpPr/>
      </dsp:nvSpPr>
      <dsp:spPr>
        <a:xfrm>
          <a:off x="91132" y="2738659"/>
          <a:ext cx="32466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Customer Support Ticket Handling in a SaaS Product</a:t>
          </a:r>
        </a:p>
      </dsp:txBody>
      <dsp:txXfrm>
        <a:off x="91132" y="2738659"/>
        <a:ext cx="3246644" cy="720000"/>
      </dsp:txXfrm>
    </dsp:sp>
    <dsp:sp modelId="{46DAEA4A-7C23-41FF-89CB-99D33F9AA7F9}">
      <dsp:nvSpPr>
        <dsp:cNvPr id="0" name=""/>
        <dsp:cNvSpPr/>
      </dsp:nvSpPr>
      <dsp:spPr>
        <a:xfrm>
          <a:off x="4798767" y="892678"/>
          <a:ext cx="1460990" cy="1460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E4D24-2018-46C7-B8AC-A7FE32634F0B}">
      <dsp:nvSpPr>
        <dsp:cNvPr id="0" name=""/>
        <dsp:cNvSpPr/>
      </dsp:nvSpPr>
      <dsp:spPr>
        <a:xfrm>
          <a:off x="3905940" y="2738659"/>
          <a:ext cx="32466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Involves diagnosis, routing, and resolution</a:t>
          </a:r>
        </a:p>
      </dsp:txBody>
      <dsp:txXfrm>
        <a:off x="3905940" y="2738659"/>
        <a:ext cx="3246644" cy="720000"/>
      </dsp:txXfrm>
    </dsp:sp>
    <dsp:sp modelId="{767EBAE0-96B7-4A3C-A059-971D2F8C799C}">
      <dsp:nvSpPr>
        <dsp:cNvPr id="0" name=""/>
        <dsp:cNvSpPr/>
      </dsp:nvSpPr>
      <dsp:spPr>
        <a:xfrm>
          <a:off x="8613574" y="892678"/>
          <a:ext cx="1460990" cy="1460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46468-07B0-41FD-9F61-20C847A32DF5}">
      <dsp:nvSpPr>
        <dsp:cNvPr id="0" name=""/>
        <dsp:cNvSpPr/>
      </dsp:nvSpPr>
      <dsp:spPr>
        <a:xfrm>
          <a:off x="7720747" y="2738659"/>
          <a:ext cx="32466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Common across IT, product, and operations teams</a:t>
          </a:r>
        </a:p>
      </dsp:txBody>
      <dsp:txXfrm>
        <a:off x="7720747" y="2738659"/>
        <a:ext cx="324664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DF722-430F-4E20-9B42-126B6793BFDC}">
      <dsp:nvSpPr>
        <dsp:cNvPr id="0" name=""/>
        <dsp:cNvSpPr/>
      </dsp:nvSpPr>
      <dsp:spPr>
        <a:xfrm>
          <a:off x="0" y="3399"/>
          <a:ext cx="11058524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B6E7A-C2B5-4E2D-AFC8-069CB69624A7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B0DEA-1FED-4584-B0CF-3FB9C7BFD611}">
      <dsp:nvSpPr>
        <dsp:cNvPr id="0" name=""/>
        <dsp:cNvSpPr/>
      </dsp:nvSpPr>
      <dsp:spPr>
        <a:xfrm>
          <a:off x="836323" y="3399"/>
          <a:ext cx="102222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Receive Ticket</a:t>
          </a:r>
        </a:p>
      </dsp:txBody>
      <dsp:txXfrm>
        <a:off x="836323" y="3399"/>
        <a:ext cx="10222201" cy="724089"/>
      </dsp:txXfrm>
    </dsp:sp>
    <dsp:sp modelId="{42766E43-8BB5-4078-9B0D-7B76BCD4BE12}">
      <dsp:nvSpPr>
        <dsp:cNvPr id="0" name=""/>
        <dsp:cNvSpPr/>
      </dsp:nvSpPr>
      <dsp:spPr>
        <a:xfrm>
          <a:off x="0" y="908511"/>
          <a:ext cx="11058524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252DD-1430-496E-ABBB-C300440D17D1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B06FD-3178-4581-AE20-5F13B9A7B3DE}">
      <dsp:nvSpPr>
        <dsp:cNvPr id="0" name=""/>
        <dsp:cNvSpPr/>
      </dsp:nvSpPr>
      <dsp:spPr>
        <a:xfrm>
          <a:off x="836323" y="908511"/>
          <a:ext cx="102222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Classify Issue (Billing, Technical, General)</a:t>
          </a:r>
        </a:p>
      </dsp:txBody>
      <dsp:txXfrm>
        <a:off x="836323" y="908511"/>
        <a:ext cx="10222201" cy="724089"/>
      </dsp:txXfrm>
    </dsp:sp>
    <dsp:sp modelId="{FD03027D-5077-4C0C-B9BE-FB2C5889CFE3}">
      <dsp:nvSpPr>
        <dsp:cNvPr id="0" name=""/>
        <dsp:cNvSpPr/>
      </dsp:nvSpPr>
      <dsp:spPr>
        <a:xfrm>
          <a:off x="0" y="1813624"/>
          <a:ext cx="11058524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1D167-8B31-46E5-B891-3E8D8A61E7C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FDAB6-3D29-4743-83A6-DBBF5D88E65A}">
      <dsp:nvSpPr>
        <dsp:cNvPr id="0" name=""/>
        <dsp:cNvSpPr/>
      </dsp:nvSpPr>
      <dsp:spPr>
        <a:xfrm>
          <a:off x="836323" y="1813624"/>
          <a:ext cx="102222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Route to Correct Team</a:t>
          </a:r>
        </a:p>
      </dsp:txBody>
      <dsp:txXfrm>
        <a:off x="836323" y="1813624"/>
        <a:ext cx="10222201" cy="724089"/>
      </dsp:txXfrm>
    </dsp:sp>
    <dsp:sp modelId="{1CC42868-6CD2-416D-90A0-6B6F068E2E8B}">
      <dsp:nvSpPr>
        <dsp:cNvPr id="0" name=""/>
        <dsp:cNvSpPr/>
      </dsp:nvSpPr>
      <dsp:spPr>
        <a:xfrm>
          <a:off x="0" y="2718736"/>
          <a:ext cx="11058524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BEC29-6856-46B8-91A7-648AA28E46C4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FAA9E-2607-4D4D-80F9-FBB4E32CFC28}">
      <dsp:nvSpPr>
        <dsp:cNvPr id="0" name=""/>
        <dsp:cNvSpPr/>
      </dsp:nvSpPr>
      <dsp:spPr>
        <a:xfrm>
          <a:off x="836323" y="2718736"/>
          <a:ext cx="102222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Team Resolves Issue</a:t>
          </a:r>
        </a:p>
      </dsp:txBody>
      <dsp:txXfrm>
        <a:off x="836323" y="2718736"/>
        <a:ext cx="10222201" cy="724089"/>
      </dsp:txXfrm>
    </dsp:sp>
    <dsp:sp modelId="{ED66E499-4DB0-4372-AF84-34EDCAE686DC}">
      <dsp:nvSpPr>
        <dsp:cNvPr id="0" name=""/>
        <dsp:cNvSpPr/>
      </dsp:nvSpPr>
      <dsp:spPr>
        <a:xfrm>
          <a:off x="0" y="3623848"/>
          <a:ext cx="11058524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38019-863D-4F21-9A33-8557B0D8D136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5ED72-CDEC-4747-9EE1-E1D957BCC85D}">
      <dsp:nvSpPr>
        <dsp:cNvPr id="0" name=""/>
        <dsp:cNvSpPr/>
      </dsp:nvSpPr>
      <dsp:spPr>
        <a:xfrm>
          <a:off x="836323" y="3623848"/>
          <a:ext cx="10222201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Close Ticket &amp; Notify Customer</a:t>
          </a:r>
        </a:p>
      </dsp:txBody>
      <dsp:txXfrm>
        <a:off x="836323" y="3623848"/>
        <a:ext cx="10222201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02798-2603-584C-A48C-C9318239CC2E}">
      <dsp:nvSpPr>
        <dsp:cNvPr id="0" name=""/>
        <dsp:cNvSpPr/>
      </dsp:nvSpPr>
      <dsp:spPr>
        <a:xfrm>
          <a:off x="0" y="352809"/>
          <a:ext cx="110585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E061A-4A31-5544-9D35-6FF43A9F10ED}">
      <dsp:nvSpPr>
        <dsp:cNvPr id="0" name=""/>
        <dsp:cNvSpPr/>
      </dsp:nvSpPr>
      <dsp:spPr>
        <a:xfrm>
          <a:off x="552926" y="72369"/>
          <a:ext cx="7740967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590" tIns="0" rIns="2925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volume, repetitive issues</a:t>
          </a:r>
        </a:p>
      </dsp:txBody>
      <dsp:txXfrm>
        <a:off x="580306" y="99749"/>
        <a:ext cx="7686207" cy="506119"/>
      </dsp:txXfrm>
    </dsp:sp>
    <dsp:sp modelId="{7B763A44-9FB4-6748-BEE7-C60EF2D1EA0A}">
      <dsp:nvSpPr>
        <dsp:cNvPr id="0" name=""/>
        <dsp:cNvSpPr/>
      </dsp:nvSpPr>
      <dsp:spPr>
        <a:xfrm>
          <a:off x="0" y="1214649"/>
          <a:ext cx="110585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5F830-713A-264A-A9D0-7B53010B2BEF}">
      <dsp:nvSpPr>
        <dsp:cNvPr id="0" name=""/>
        <dsp:cNvSpPr/>
      </dsp:nvSpPr>
      <dsp:spPr>
        <a:xfrm>
          <a:off x="552926" y="934209"/>
          <a:ext cx="7740967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590" tIns="0" rIns="2925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Low ambiguity</a:t>
          </a:r>
        </a:p>
      </dsp:txBody>
      <dsp:txXfrm>
        <a:off x="580306" y="961589"/>
        <a:ext cx="7686207" cy="506119"/>
      </dsp:txXfrm>
    </dsp:sp>
    <dsp:sp modelId="{0FCEB230-AD2C-C245-A461-CAB60274206E}">
      <dsp:nvSpPr>
        <dsp:cNvPr id="0" name=""/>
        <dsp:cNvSpPr/>
      </dsp:nvSpPr>
      <dsp:spPr>
        <a:xfrm>
          <a:off x="0" y="2076489"/>
          <a:ext cx="110585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E3DA5-9C54-304C-9ADA-3CBAE268C76C}">
      <dsp:nvSpPr>
        <dsp:cNvPr id="0" name=""/>
        <dsp:cNvSpPr/>
      </dsp:nvSpPr>
      <dsp:spPr>
        <a:xfrm>
          <a:off x="552926" y="1796049"/>
          <a:ext cx="7740967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590" tIns="0" rIns="2925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Strict compliance needed</a:t>
          </a:r>
        </a:p>
      </dsp:txBody>
      <dsp:txXfrm>
        <a:off x="580306" y="1823429"/>
        <a:ext cx="7686207" cy="506119"/>
      </dsp:txXfrm>
    </dsp:sp>
    <dsp:sp modelId="{C2B1AD9C-758D-4148-9C36-0C089842BB54}">
      <dsp:nvSpPr>
        <dsp:cNvPr id="0" name=""/>
        <dsp:cNvSpPr/>
      </dsp:nvSpPr>
      <dsp:spPr>
        <a:xfrm>
          <a:off x="0" y="2938329"/>
          <a:ext cx="110585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153D87-B254-0442-A745-622CCEBB0869}">
      <dsp:nvSpPr>
        <dsp:cNvPr id="0" name=""/>
        <dsp:cNvSpPr/>
      </dsp:nvSpPr>
      <dsp:spPr>
        <a:xfrm>
          <a:off x="552926" y="2657889"/>
          <a:ext cx="7740967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590" tIns="0" rIns="2925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predictable SLAs</a:t>
          </a:r>
        </a:p>
      </dsp:txBody>
      <dsp:txXfrm>
        <a:off x="580306" y="2685269"/>
        <a:ext cx="7686207" cy="506119"/>
      </dsp:txXfrm>
    </dsp:sp>
    <dsp:sp modelId="{AE27CC9B-9483-B54F-8141-1EF3A94916FA}">
      <dsp:nvSpPr>
        <dsp:cNvPr id="0" name=""/>
        <dsp:cNvSpPr/>
      </dsp:nvSpPr>
      <dsp:spPr>
        <a:xfrm>
          <a:off x="0" y="3800169"/>
          <a:ext cx="1105852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8B694-5F84-8346-81F4-C3A6EB760310}">
      <dsp:nvSpPr>
        <dsp:cNvPr id="0" name=""/>
        <dsp:cNvSpPr/>
      </dsp:nvSpPr>
      <dsp:spPr>
        <a:xfrm>
          <a:off x="552926" y="3519729"/>
          <a:ext cx="7740967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590" tIns="0" rIns="29259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Examples: password reset, refunds, access requests</a:t>
          </a:r>
        </a:p>
      </dsp:txBody>
      <dsp:txXfrm>
        <a:off x="580306" y="3547109"/>
        <a:ext cx="7686207" cy="506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46BAE-5B40-0B48-9653-4110C58DFF53}">
      <dsp:nvSpPr>
        <dsp:cNvPr id="0" name=""/>
        <dsp:cNvSpPr/>
      </dsp:nvSpPr>
      <dsp:spPr>
        <a:xfrm>
          <a:off x="0" y="2626263"/>
          <a:ext cx="11058524" cy="1723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Decides tools dynamically based on context:</a:t>
          </a:r>
        </a:p>
      </dsp:txBody>
      <dsp:txXfrm>
        <a:off x="0" y="2626263"/>
        <a:ext cx="11058524" cy="930480"/>
      </dsp:txXfrm>
    </dsp:sp>
    <dsp:sp modelId="{013F069E-0D82-AE40-AC57-1DA90027BE7A}">
      <dsp:nvSpPr>
        <dsp:cNvPr id="0" name=""/>
        <dsp:cNvSpPr/>
      </dsp:nvSpPr>
      <dsp:spPr>
        <a:xfrm>
          <a:off x="1349" y="3522281"/>
          <a:ext cx="2211165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 Fetch customer record (CRM API)</a:t>
          </a:r>
        </a:p>
      </dsp:txBody>
      <dsp:txXfrm>
        <a:off x="1349" y="3522281"/>
        <a:ext cx="2211165" cy="792631"/>
      </dsp:txXfrm>
    </dsp:sp>
    <dsp:sp modelId="{396204D8-C731-6C45-9165-48AAB95936B6}">
      <dsp:nvSpPr>
        <dsp:cNvPr id="0" name=""/>
        <dsp:cNvSpPr/>
      </dsp:nvSpPr>
      <dsp:spPr>
        <a:xfrm>
          <a:off x="2212514" y="3522281"/>
          <a:ext cx="2211165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Check invoices (Billing API)</a:t>
          </a:r>
        </a:p>
      </dsp:txBody>
      <dsp:txXfrm>
        <a:off x="2212514" y="3522281"/>
        <a:ext cx="2211165" cy="792631"/>
      </dsp:txXfrm>
    </dsp:sp>
    <dsp:sp modelId="{8469C5B0-172A-0542-9FB4-72B85407EA0F}">
      <dsp:nvSpPr>
        <dsp:cNvPr id="0" name=""/>
        <dsp:cNvSpPr/>
      </dsp:nvSpPr>
      <dsp:spPr>
        <a:xfrm>
          <a:off x="4423679" y="3522281"/>
          <a:ext cx="2211165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Search knowledge base (Vector DB)</a:t>
          </a:r>
        </a:p>
      </dsp:txBody>
      <dsp:txXfrm>
        <a:off x="4423679" y="3522281"/>
        <a:ext cx="2211165" cy="792631"/>
      </dsp:txXfrm>
    </dsp:sp>
    <dsp:sp modelId="{535BC4A2-FD2E-6F48-BF1E-FD978EBA54C9}">
      <dsp:nvSpPr>
        <dsp:cNvPr id="0" name=""/>
        <dsp:cNvSpPr/>
      </dsp:nvSpPr>
      <dsp:spPr>
        <a:xfrm>
          <a:off x="6634845" y="3522281"/>
          <a:ext cx="2211165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Read app logs (Logging system)</a:t>
          </a:r>
        </a:p>
      </dsp:txBody>
      <dsp:txXfrm>
        <a:off x="6634845" y="3522281"/>
        <a:ext cx="2211165" cy="792631"/>
      </dsp:txXfrm>
    </dsp:sp>
    <dsp:sp modelId="{8CAE6492-9529-1E49-8B55-72784FB62E94}">
      <dsp:nvSpPr>
        <dsp:cNvPr id="0" name=""/>
        <dsp:cNvSpPr/>
      </dsp:nvSpPr>
      <dsp:spPr>
        <a:xfrm>
          <a:off x="8846010" y="3522281"/>
          <a:ext cx="2211165" cy="7926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- Draft response or escalate to human</a:t>
          </a:r>
        </a:p>
      </dsp:txBody>
      <dsp:txXfrm>
        <a:off x="8846010" y="3522281"/>
        <a:ext cx="2211165" cy="792631"/>
      </dsp:txXfrm>
    </dsp:sp>
    <dsp:sp modelId="{6BAFB9EA-753F-EB49-B951-6ECF057A860C}">
      <dsp:nvSpPr>
        <dsp:cNvPr id="0" name=""/>
        <dsp:cNvSpPr/>
      </dsp:nvSpPr>
      <dsp:spPr>
        <a:xfrm rot="10800000">
          <a:off x="0" y="1962"/>
          <a:ext cx="11058524" cy="265014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LLM reads the ticket and reasons about intent</a:t>
          </a:r>
        </a:p>
      </dsp:txBody>
      <dsp:txXfrm rot="10800000">
        <a:off x="0" y="1962"/>
        <a:ext cx="11058524" cy="17219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976C2-CB6B-F444-A87A-FAEE86222202}">
      <dsp:nvSpPr>
        <dsp:cNvPr id="0" name=""/>
        <dsp:cNvSpPr/>
      </dsp:nvSpPr>
      <dsp:spPr>
        <a:xfrm>
          <a:off x="0" y="0"/>
          <a:ext cx="11058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1C93F-2D58-7F49-994E-2268AEDE19D7}">
      <dsp:nvSpPr>
        <dsp:cNvPr id="0" name=""/>
        <dsp:cNvSpPr/>
      </dsp:nvSpPr>
      <dsp:spPr>
        <a:xfrm>
          <a:off x="0" y="0"/>
          <a:ext cx="11058524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Complex tickets with mixed issues</a:t>
          </a:r>
        </a:p>
      </dsp:txBody>
      <dsp:txXfrm>
        <a:off x="0" y="0"/>
        <a:ext cx="11058524" cy="1087834"/>
      </dsp:txXfrm>
    </dsp:sp>
    <dsp:sp modelId="{B21DEE7C-F33E-274C-B342-72E9DDF7FF1A}">
      <dsp:nvSpPr>
        <dsp:cNvPr id="0" name=""/>
        <dsp:cNvSpPr/>
      </dsp:nvSpPr>
      <dsp:spPr>
        <a:xfrm>
          <a:off x="0" y="1087834"/>
          <a:ext cx="11058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1BFC2-7557-7243-A218-1D3AEADE55E1}">
      <dsp:nvSpPr>
        <dsp:cNvPr id="0" name=""/>
        <dsp:cNvSpPr/>
      </dsp:nvSpPr>
      <dsp:spPr>
        <a:xfrm>
          <a:off x="0" y="1087834"/>
          <a:ext cx="11058524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Unclear or novel problems</a:t>
          </a:r>
        </a:p>
      </dsp:txBody>
      <dsp:txXfrm>
        <a:off x="0" y="1087834"/>
        <a:ext cx="11058524" cy="1087834"/>
      </dsp:txXfrm>
    </dsp:sp>
    <dsp:sp modelId="{FC4987E8-ABFA-7343-B8AD-3CE23E2B4679}">
      <dsp:nvSpPr>
        <dsp:cNvPr id="0" name=""/>
        <dsp:cNvSpPr/>
      </dsp:nvSpPr>
      <dsp:spPr>
        <a:xfrm>
          <a:off x="0" y="2175669"/>
          <a:ext cx="11058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722FE-CB9B-D44F-B87D-4B5819939D47}">
      <dsp:nvSpPr>
        <dsp:cNvPr id="0" name=""/>
        <dsp:cNvSpPr/>
      </dsp:nvSpPr>
      <dsp:spPr>
        <a:xfrm>
          <a:off x="0" y="2175669"/>
          <a:ext cx="11058524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Need reasoning across systems</a:t>
          </a:r>
        </a:p>
      </dsp:txBody>
      <dsp:txXfrm>
        <a:off x="0" y="2175669"/>
        <a:ext cx="11058524" cy="1087834"/>
      </dsp:txXfrm>
    </dsp:sp>
    <dsp:sp modelId="{59CB2F3E-14C7-AB49-9E63-E067B3946F69}">
      <dsp:nvSpPr>
        <dsp:cNvPr id="0" name=""/>
        <dsp:cNvSpPr/>
      </dsp:nvSpPr>
      <dsp:spPr>
        <a:xfrm>
          <a:off x="0" y="3263503"/>
          <a:ext cx="110585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591D5-BF14-D34B-8AA4-844BF751DAFD}">
      <dsp:nvSpPr>
        <dsp:cNvPr id="0" name=""/>
        <dsp:cNvSpPr/>
      </dsp:nvSpPr>
      <dsp:spPr>
        <a:xfrm>
          <a:off x="0" y="3263503"/>
          <a:ext cx="11058524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Examples: billing + app crash + data loss together</a:t>
          </a:r>
        </a:p>
      </dsp:txBody>
      <dsp:txXfrm>
        <a:off x="0" y="3263503"/>
        <a:ext cx="11058524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CC04A-F74E-0048-B3A4-D80A1A63F9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9D024-70B1-E84F-A3DC-B0373253BC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/>
            </a:lvl1pPr>
          </a:lstStyle>
          <a:p>
            <a:pPr>
              <a:defRPr/>
            </a:pPr>
            <a:fld id="{6782068E-4A6E-5A43-BB75-97BF344763B8}" type="datetimeFigureOut">
              <a:rPr lang="en-US"/>
              <a:pPr>
                <a:defRPr/>
              </a:pPr>
              <a:t>1/21/26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07687-9EFD-0541-9B95-61555C2405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C2DA7-3AC5-6D4D-A044-807DB68054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/>
            </a:lvl1pPr>
          </a:lstStyle>
          <a:p>
            <a:pPr>
              <a:defRPr/>
            </a:pPr>
            <a:fld id="{839CE498-8205-6041-A320-46A1AF9CEB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7BD3AC-A308-E74E-9618-32ACC9D348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8F4D5-63BE-954E-B310-93387BC8AF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F79030-ABB6-1B44-AB34-BCBC72BA5304}" type="datetimeFigureOut">
              <a:rPr lang="en-US"/>
              <a:pPr>
                <a:defRPr/>
              </a:pPr>
              <a:t>1/21/26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52123B-7FF3-4F47-B4BF-E3423F94A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73C612B-D67D-484F-9608-DCF79EAA9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35465-F5B3-7847-9310-D82796682E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CF610-309A-0846-A7A1-D5C18FCA7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00F4DD-433F-9D42-8752-618973F740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D2B9C-90D4-F046-8A9A-9E286711CAF9}"/>
              </a:ext>
            </a:extLst>
          </p:cNvPr>
          <p:cNvCxnSpPr>
            <a:cxnSpLocks/>
          </p:cNvCxnSpPr>
          <p:nvPr/>
        </p:nvCxnSpPr>
        <p:spPr>
          <a:xfrm>
            <a:off x="666750" y="3633788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255659-7A13-255E-EBAB-9200F85890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460555"/>
            <a:ext cx="2149348" cy="41333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2CC5D1-AA08-2D7E-246A-8BFC68E2EC40}"/>
              </a:ext>
            </a:extLst>
          </p:cNvPr>
          <p:cNvGrpSpPr/>
          <p:nvPr userDrawn="1"/>
        </p:nvGrpSpPr>
        <p:grpSpPr>
          <a:xfrm>
            <a:off x="672442" y="6159327"/>
            <a:ext cx="2138856" cy="238118"/>
            <a:chOff x="672442" y="488835"/>
            <a:chExt cx="2138856" cy="238118"/>
          </a:xfrm>
        </p:grpSpPr>
        <p:pic>
          <p:nvPicPr>
            <p:cNvPr id="13" name="Graphic 8">
              <a:extLst>
                <a:ext uri="{FF2B5EF4-FFF2-40B4-BE49-F238E27FC236}">
                  <a16:creationId xmlns:a16="http://schemas.microsoft.com/office/drawing/2014/main" id="{F5853070-FEFD-8C58-8875-69BBFFF1B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442" y="544749"/>
              <a:ext cx="275478" cy="165287"/>
            </a:xfrm>
            <a:prstGeom prst="rect">
              <a:avLst/>
            </a:prstGeom>
          </p:spPr>
        </p:pic>
        <p:pic>
          <p:nvPicPr>
            <p:cNvPr id="14" name="Graphic 9">
              <a:extLst>
                <a:ext uri="{FF2B5EF4-FFF2-40B4-BE49-F238E27FC236}">
                  <a16:creationId xmlns:a16="http://schemas.microsoft.com/office/drawing/2014/main" id="{9190AF22-89F3-AAB3-8C33-D0547ECE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5299" y="524935"/>
              <a:ext cx="220383" cy="202018"/>
            </a:xfrm>
            <a:prstGeom prst="rect">
              <a:avLst/>
            </a:prstGeom>
          </p:spPr>
        </p:pic>
        <p:pic>
          <p:nvPicPr>
            <p:cNvPr id="15" name="Graphic 10">
              <a:extLst>
                <a:ext uri="{FF2B5EF4-FFF2-40B4-BE49-F238E27FC236}">
                  <a16:creationId xmlns:a16="http://schemas.microsoft.com/office/drawing/2014/main" id="{DF2AEE0D-9F44-4974-5BE0-D3A4587BF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59863" y="488835"/>
              <a:ext cx="189774" cy="220383"/>
            </a:xfrm>
            <a:prstGeom prst="rect">
              <a:avLst/>
            </a:prstGeom>
          </p:spPr>
        </p:pic>
        <p:pic>
          <p:nvPicPr>
            <p:cNvPr id="16" name="Graphic 12">
              <a:extLst>
                <a:ext uri="{FF2B5EF4-FFF2-40B4-BE49-F238E27FC236}">
                  <a16:creationId xmlns:a16="http://schemas.microsoft.com/office/drawing/2014/main" id="{B2FDFB5B-6F19-5850-E8A5-12CBB28E0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56357" y="512175"/>
              <a:ext cx="238748" cy="208139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899619B5-95D7-EE7F-4A5C-3D4F4A11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90915" y="496505"/>
              <a:ext cx="220383" cy="217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26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920628"/>
            <a:ext cx="5199042" cy="2534975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949386"/>
            <a:ext cx="6130192" cy="489513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A5F4B4-789B-A8E3-82E9-41F6229161FB}"/>
              </a:ext>
            </a:extLst>
          </p:cNvPr>
          <p:cNvCxnSpPr>
            <a:cxnSpLocks/>
          </p:cNvCxnSpPr>
          <p:nvPr userDrawn="1"/>
        </p:nvCxnSpPr>
        <p:spPr>
          <a:xfrm>
            <a:off x="666750" y="5702494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C98216DA-77CE-B1B3-C16B-1D1C313A88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316" y="1160896"/>
            <a:ext cx="2123754" cy="4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4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 3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650FBC8-06C4-A01F-3BDE-0A28E80A40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49" y="738415"/>
            <a:ext cx="2339705" cy="44994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A415BAB-3117-FEE6-AE3E-8B32D1E9C6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376342"/>
            <a:ext cx="5199042" cy="253497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50C558D-B804-E04F-9F61-4CF1345CD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405100"/>
            <a:ext cx="6130192" cy="489513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CB03F0-A3C9-7EE9-562E-0CBA0909B663}"/>
              </a:ext>
            </a:extLst>
          </p:cNvPr>
          <p:cNvCxnSpPr>
            <a:cxnSpLocks/>
          </p:cNvCxnSpPr>
          <p:nvPr userDrawn="1"/>
        </p:nvCxnSpPr>
        <p:spPr>
          <a:xfrm>
            <a:off x="666750" y="5158208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54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C1842-1AA2-E248-8D74-DA9CC1F8097B}"/>
              </a:ext>
            </a:extLst>
          </p:cNvPr>
          <p:cNvCxnSpPr>
            <a:cxnSpLocks/>
          </p:cNvCxnSpPr>
          <p:nvPr/>
        </p:nvCxn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DD5DF-B308-0D49-8B63-8E5315E291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44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D2B9C-90D4-F046-8A9A-9E286711CAF9}"/>
              </a:ext>
            </a:extLst>
          </p:cNvPr>
          <p:cNvCxnSpPr>
            <a:cxnSpLocks/>
          </p:cNvCxnSpPr>
          <p:nvPr/>
        </p:nvCxnSpPr>
        <p:spPr>
          <a:xfrm>
            <a:off x="666750" y="3633788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F229923-3A05-2A4F-8028-327C177F8637}"/>
              </a:ext>
            </a:extLst>
          </p:cNvPr>
          <p:cNvGrpSpPr/>
          <p:nvPr/>
        </p:nvGrpSpPr>
        <p:grpSpPr>
          <a:xfrm>
            <a:off x="672442" y="488835"/>
            <a:ext cx="2154734" cy="238118"/>
            <a:chOff x="1169102" y="2039490"/>
            <a:chExt cx="7663768" cy="846917"/>
          </a:xfrm>
          <a:solidFill>
            <a:schemeClr val="bg1"/>
          </a:solidFill>
        </p:grpSpPr>
        <p:pic>
          <p:nvPicPr>
            <p:cNvPr id="7" name="Graphic 8">
              <a:extLst>
                <a:ext uri="{FF2B5EF4-FFF2-40B4-BE49-F238E27FC236}">
                  <a16:creationId xmlns:a16="http://schemas.microsoft.com/office/drawing/2014/main" id="{2526D48F-0758-1E4C-B5A9-76D13E2D7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9102" y="2238361"/>
              <a:ext cx="979797" cy="587878"/>
            </a:xfrm>
            <a:prstGeom prst="rect">
              <a:avLst/>
            </a:prstGeom>
          </p:spPr>
        </p:pic>
        <p:pic>
          <p:nvPicPr>
            <p:cNvPr id="8" name="Graphic 9">
              <a:extLst>
                <a:ext uri="{FF2B5EF4-FFF2-40B4-BE49-F238E27FC236}">
                  <a16:creationId xmlns:a16="http://schemas.microsoft.com/office/drawing/2014/main" id="{678E6632-4639-6E40-BBA1-08E307FE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50920" y="2167889"/>
              <a:ext cx="783838" cy="718518"/>
            </a:xfrm>
            <a:prstGeom prst="rect">
              <a:avLst/>
            </a:prstGeom>
          </p:spPr>
        </p:pic>
        <p:pic>
          <p:nvPicPr>
            <p:cNvPr id="9" name="Graphic 10">
              <a:extLst>
                <a:ext uri="{FF2B5EF4-FFF2-40B4-BE49-F238E27FC236}">
                  <a16:creationId xmlns:a16="http://schemas.microsoft.com/office/drawing/2014/main" id="{C6281113-8E10-C848-B36A-373EC289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59431" y="2039490"/>
              <a:ext cx="674971" cy="783837"/>
            </a:xfrm>
            <a:prstGeom prst="rect">
              <a:avLst/>
            </a:prstGeom>
          </p:spPr>
        </p:pic>
        <p:pic>
          <p:nvPicPr>
            <p:cNvPr id="10" name="Graphic 11">
              <a:extLst>
                <a:ext uri="{FF2B5EF4-FFF2-40B4-BE49-F238E27FC236}">
                  <a16:creationId xmlns:a16="http://schemas.microsoft.com/office/drawing/2014/main" id="{6650CC91-E16B-FA41-97D4-9CA2384D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83713" y="2049644"/>
              <a:ext cx="849157" cy="827383"/>
            </a:xfrm>
            <a:prstGeom prst="rect">
              <a:avLst/>
            </a:prstGeom>
          </p:spPr>
        </p:pic>
        <p:pic>
          <p:nvPicPr>
            <p:cNvPr id="11" name="Graphic 12">
              <a:extLst>
                <a:ext uri="{FF2B5EF4-FFF2-40B4-BE49-F238E27FC236}">
                  <a16:creationId xmlns:a16="http://schemas.microsoft.com/office/drawing/2014/main" id="{EB3480C3-60CE-C946-9E89-EB2B7BE00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68604" y="2122503"/>
              <a:ext cx="849157" cy="7402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defRPr sz="60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30A06C4-47FF-1843-9215-2EB700F604E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7828" y="5922366"/>
            <a:ext cx="2029086" cy="26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3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7265BB8-3CC4-D24C-9A80-A0DCEA34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2166-CD09-6C47-9170-C0E551CAC873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251A6A-9906-0846-A0AE-A84C2CB71F53}"/>
              </a:ext>
            </a:extLst>
          </p:cNvPr>
          <p:cNvSpPr/>
          <p:nvPr/>
        </p:nvSpPr>
        <p:spPr>
          <a:xfrm>
            <a:off x="781050" y="0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Graphic 9">
            <a:extLst>
              <a:ext uri="{FF2B5EF4-FFF2-40B4-BE49-F238E27FC236}">
                <a16:creationId xmlns:a16="http://schemas.microsoft.com/office/drawing/2014/main" id="{19CC3A0E-059E-2348-8EB8-801EB3FD36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387475"/>
            <a:ext cx="110585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B2BC9-D147-EE4E-A68D-31E4DEFB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CF94E228-EDBA-BC4C-ABED-6F3C1A901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A86B90-A6A0-EE42-BC9A-4B49D8805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9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0B1224-DAF3-BF42-ADA2-342CA6A9BE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02E737C-7032-7B45-9176-1933D43D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8DEB5-28F2-9E4C-A8D5-2AE84B94F30F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9BD169-C8AF-4D4E-9A58-1FB2D26B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B2419100-B348-6C46-A05D-815961EF6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3A901C-CEC7-784A-B8DC-2B648C7F2D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DA66F2CF-2F42-5248-9C10-6405D62601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D352EF0B-6323-DC4A-96F2-9F8D230E2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AD2150-CC17-0841-8FA6-F620F8E136E1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37975-F5FC-224D-93D4-1BD687D25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A1949909-090E-7F47-8180-F1C1AE5B46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B43F62-D041-A34A-8BBA-6307FF5E16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0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C92F021B-3E8B-7C4F-B75C-5349E20231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8574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4508082-3C66-DE41-824B-8C7D959E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E294F-853D-3F43-97FD-73DCB4910F35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83A090-E8F6-644B-8CAD-AC1AE541E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69BFB6C7-4CFE-684D-9F0F-089FE7A8AE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010D6-C6F8-F141-A1B1-181F06E83D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1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403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2930B-2940-CF45-BEB3-0F0DF29E955B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4883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A1996DB0-64D5-18D6-B441-5F188F776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4870"/>
            <a:ext cx="12192000" cy="47340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02930B-2940-CF45-BEB3-0F0DF29E955B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8543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935C4404-72A9-2745-A1B7-F0008387C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"/>
          <a:stretch/>
        </p:blipFill>
        <p:spPr bwMode="auto">
          <a:xfrm>
            <a:off x="0" y="0"/>
            <a:ext cx="12192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2679F5-36F9-0D45-BB97-9A214D022243}"/>
              </a:ext>
            </a:extLst>
          </p:cNvPr>
          <p:cNvSpPr/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579DBC6-611E-384B-AA33-720791978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56B62-D687-0445-B458-08200F2CD8C2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69612-00A8-9A41-BE45-AD8D9AE40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142B1E9F-63E1-9644-8172-3F6AC64BB5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82B79F-8F4C-A04B-BE98-21CE97FA2E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77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3 City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ody of water with a city in the background&#10;&#10;Description automatically generated">
            <a:extLst>
              <a:ext uri="{FF2B5EF4-FFF2-40B4-BE49-F238E27FC236}">
                <a16:creationId xmlns:a16="http://schemas.microsoft.com/office/drawing/2014/main" id="{DB45C6AA-A095-54C0-43B2-8582CE8DC2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7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7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57D823-8F3B-8244-A2A2-F82A32281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322BF-5589-0A40-981A-CA01D0A8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FFEC-18CB-E645-960D-8EDDDC516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333333"/>
                </a:solidFill>
                <a:latin typeface="+mn-lt"/>
              </a:defRPr>
            </a:lvl1pPr>
          </a:lstStyle>
          <a:p>
            <a:pPr>
              <a:defRPr/>
            </a:pPr>
            <a:fld id="{A8C65966-93CC-F24E-90A5-02507490D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16" r:id="rId2"/>
    <p:sldLayoutId id="2147483732" r:id="rId3"/>
    <p:sldLayoutId id="2147483719" r:id="rId4"/>
    <p:sldLayoutId id="2147483720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10" r:id="rId12"/>
    <p:sldLayoutId id="2147483728" r:id="rId13"/>
    <p:sldLayoutId id="2147483729" r:id="rId14"/>
    <p:sldLayoutId id="2147483718" r:id="rId15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35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616062"/>
        </a:buClr>
        <a:buFont typeface="Arial" panose="020B0604020202020204" pitchFamily="34" charset="0"/>
        <a:buChar char="•"/>
        <a:defRPr sz="2400" kern="1200">
          <a:solidFill>
            <a:srgbClr val="616062"/>
          </a:solidFill>
          <a:latin typeface="+mn-lt"/>
          <a:ea typeface="+mn-ea"/>
          <a:cs typeface="+mn-cs"/>
        </a:defRPr>
      </a:lvl2pPr>
      <a:lvl3pPr marL="804863" indent="-1698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16062"/>
          </a:solidFill>
          <a:latin typeface="+mn-lt"/>
          <a:ea typeface="+mn-ea"/>
          <a:cs typeface="+mn-cs"/>
        </a:defRPr>
      </a:lvl3pPr>
      <a:lvl4pPr marL="1146175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4pPr>
      <a:lvl5pPr marL="1430338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CA68-A071-6ED9-DFFD-475E8F468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Workflow vs Dynamic Agents.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DB46A-8891-1E83-7A87-C875CEA36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Customer Support Ticket Handling</a:t>
            </a:r>
          </a:p>
        </p:txBody>
      </p:sp>
    </p:spTree>
    <p:extLst>
      <p:ext uri="{BB962C8B-B14F-4D97-AF65-F5344CB8AC3E}">
        <p14:creationId xmlns:p14="http://schemas.microsoft.com/office/powerpoint/2010/main" val="3641441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2F7519C4-5B44-DA48-A202-C0AA0A0E7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Use Case</a:t>
            </a:r>
            <a:endParaRPr lang="en-US" altLang="en-US" dirty="0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02241A4A-A73E-2F45-8075-627DAC42FF2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0" y="6337300"/>
            <a:ext cx="685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CBE229A-65E3-0248-93CB-38431A13261B}" type="slidenum">
              <a:rPr lang="en-US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2</a:t>
            </a:fld>
            <a:endParaRPr lang="en-US" altLang="en-US">
              <a:solidFill>
                <a:srgbClr val="333333"/>
              </a:solidFill>
            </a:endParaRPr>
          </a:p>
        </p:txBody>
      </p:sp>
      <p:sp>
        <p:nvSpPr>
          <p:cNvPr id="27652" name="Content Placeholder 2">
            <a:extLst>
              <a:ext uri="{FF2B5EF4-FFF2-40B4-BE49-F238E27FC236}">
                <a16:creationId xmlns:a16="http://schemas.microsoft.com/office/drawing/2014/main" id="{51130BDB-4172-F049-A2FC-3B3E425E3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806575"/>
            <a:ext cx="4295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rgbClr val="333333"/>
                </a:solidFill>
                <a:latin typeface="Arial" panose="020B0604020202020204" pitchFamily="34" charset="0"/>
              </a:defRPr>
            </a:lvl1pPr>
            <a:lvl2pPr marL="520700" indent="-284163">
              <a:lnSpc>
                <a:spcPct val="90000"/>
              </a:lnSpc>
              <a:spcBef>
                <a:spcPts val="500"/>
              </a:spcBef>
              <a:buClr>
                <a:srgbClr val="616062"/>
              </a:buClr>
              <a:buFont typeface="Arial" panose="020B0604020202020204" pitchFamily="34" charset="0"/>
              <a:buChar char="•"/>
              <a:defRPr sz="2400">
                <a:solidFill>
                  <a:srgbClr val="616062"/>
                </a:solidFill>
                <a:latin typeface="Arial" panose="020B0604020202020204" pitchFamily="34" charset="0"/>
              </a:defRPr>
            </a:lvl2pPr>
            <a:lvl3pPr marL="804863" indent="-2841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616062"/>
                </a:solidFill>
                <a:latin typeface="Arial" panose="020B0604020202020204" pitchFamily="34" charset="0"/>
              </a:defRPr>
            </a:lvl3pPr>
            <a:lvl4pPr marL="1146175" indent="-3413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4pPr>
            <a:lvl5pPr marL="1487488" indent="-3413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5pPr>
            <a:lvl6pPr marL="19446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6pPr>
            <a:lvl7pPr marL="24018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7pPr>
            <a:lvl8pPr marL="28590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8pPr>
            <a:lvl9pPr marL="33162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27654" name="Content Placeholder 2">
            <a:extLst>
              <a:ext uri="{FF2B5EF4-FFF2-40B4-BE49-F238E27FC236}">
                <a16:creationId xmlns:a16="http://schemas.microsoft.com/office/drawing/2014/main" id="{463F89BF-52C8-5871-2BA2-A83D6C4B82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548751"/>
              </p:ext>
            </p:extLst>
          </p:nvPr>
        </p:nvGraphicFramePr>
        <p:xfrm>
          <a:off x="695325" y="1387475"/>
          <a:ext cx="110585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5A9C-0029-1DF9-AAC8-1C12F6EC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CE4CED96-0735-1732-5630-FC72CE1D9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Design #1 — Predictable Workflow (Fixed Steps)</a:t>
            </a:r>
            <a:endParaRPr lang="en-US" altLang="en-US" dirty="0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271C5C14-2113-13A6-39F4-C6F0FBF3D4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0" y="6337300"/>
            <a:ext cx="685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CBE229A-65E3-0248-93CB-38431A13261B}" type="slidenum">
              <a:rPr lang="en-US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3</a:t>
            </a:fld>
            <a:endParaRPr lang="en-US" altLang="en-US">
              <a:solidFill>
                <a:srgbClr val="333333"/>
              </a:solidFill>
            </a:endParaRPr>
          </a:p>
        </p:txBody>
      </p:sp>
      <p:graphicFrame>
        <p:nvGraphicFramePr>
          <p:cNvPr id="27653" name="Content Placeholder 2">
            <a:extLst>
              <a:ext uri="{FF2B5EF4-FFF2-40B4-BE49-F238E27FC236}">
                <a16:creationId xmlns:a16="http://schemas.microsoft.com/office/drawing/2014/main" id="{060D624A-647C-B534-4FF8-26713FE26D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681139"/>
              </p:ext>
            </p:extLst>
          </p:nvPr>
        </p:nvGraphicFramePr>
        <p:xfrm>
          <a:off x="695325" y="1387475"/>
          <a:ext cx="110585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281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36C6A8-7E1B-846B-9F89-2AE3EECF2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Flow 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F27936-3AFC-D8D7-D8AC-4A30ED33D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544" y="811403"/>
            <a:ext cx="4723328" cy="5078850"/>
          </a:xfrm>
          <a:prstGeom prst="rect">
            <a:avLst/>
          </a:prstGeom>
          <a:noFill/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E2931673-DB1D-7EE0-DA90-A780DAE50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CF94E228-EDBA-BC4C-ABED-6F3C1A901090}" type="slidenum">
              <a:rPr lang="en-US"/>
              <a:pPr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2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13AD-7856-6582-652A-07D3A7AD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1B48A521-9778-D095-6C47-982D3DCB1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Architecture View</a:t>
            </a:r>
            <a:endParaRPr lang="en-US" altLang="en-US" dirty="0"/>
          </a:p>
        </p:txBody>
      </p:sp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3D90AC63-B258-68F8-16F9-1505523A70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325" y="1387475"/>
            <a:ext cx="5297488" cy="4351338"/>
          </a:xfrm>
        </p:spPr>
        <p:txBody>
          <a:bodyPr/>
          <a:lstStyle/>
          <a:p>
            <a:r>
              <a:rPr lang="en-US" dirty="0"/>
              <a:t>User → Helpdesk System → Rule Engine → Team Queue → Resolution</a:t>
            </a:r>
          </a:p>
          <a:p>
            <a:r>
              <a:rPr lang="en-US" dirty="0"/>
              <a:t>Deterministic path with no AI reasoning</a:t>
            </a:r>
          </a:p>
          <a:p>
            <a:r>
              <a:rPr lang="en-US" dirty="0"/>
              <a:t>Every ticket follows the same structure</a:t>
            </a:r>
          </a:p>
          <a:p>
            <a:r>
              <a:rPr lang="en-US" dirty="0"/>
              <a:t>Easy to audit and monitor</a:t>
            </a: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E89AF1FB-B550-4EA8-D4F8-65B7D68C69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BE229A-65E3-0248-93CB-38431A13261B}" type="slidenum">
              <a:rPr lang="en-US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46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0CE4-410D-8608-D3D8-30BA4EA14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C032B86C-C921-054D-4AF8-5E9B6E107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When Workflow is Ideal</a:t>
            </a:r>
            <a:endParaRPr lang="en-US" altLang="en-US" dirty="0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9E14DFEC-58FC-3C51-29B2-12CCB8FD7F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0" y="6337300"/>
            <a:ext cx="685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CBE229A-65E3-0248-93CB-38431A13261B}" type="slidenum">
              <a:rPr lang="en-US" altLang="en-US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6</a:t>
            </a:fld>
            <a:endParaRPr lang="en-US" altLang="en-US">
              <a:solidFill>
                <a:srgbClr val="333333"/>
              </a:solidFill>
            </a:endParaRPr>
          </a:p>
        </p:txBody>
      </p:sp>
      <p:sp>
        <p:nvSpPr>
          <p:cNvPr id="27652" name="Content Placeholder 2">
            <a:extLst>
              <a:ext uri="{FF2B5EF4-FFF2-40B4-BE49-F238E27FC236}">
                <a16:creationId xmlns:a16="http://schemas.microsoft.com/office/drawing/2014/main" id="{21ABFE21-06D9-35BB-187A-787FF4E9E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806575"/>
            <a:ext cx="4295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rgbClr val="333333"/>
                </a:solidFill>
                <a:latin typeface="Arial" panose="020B0604020202020204" pitchFamily="34" charset="0"/>
              </a:defRPr>
            </a:lvl1pPr>
            <a:lvl2pPr marL="520700" indent="-284163">
              <a:lnSpc>
                <a:spcPct val="90000"/>
              </a:lnSpc>
              <a:spcBef>
                <a:spcPts val="500"/>
              </a:spcBef>
              <a:buClr>
                <a:srgbClr val="616062"/>
              </a:buClr>
              <a:buFont typeface="Arial" panose="020B0604020202020204" pitchFamily="34" charset="0"/>
              <a:buChar char="•"/>
              <a:defRPr sz="2400">
                <a:solidFill>
                  <a:srgbClr val="616062"/>
                </a:solidFill>
                <a:latin typeface="Arial" panose="020B0604020202020204" pitchFamily="34" charset="0"/>
              </a:defRPr>
            </a:lvl2pPr>
            <a:lvl3pPr marL="804863" indent="-2841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616062"/>
                </a:solidFill>
                <a:latin typeface="Arial" panose="020B0604020202020204" pitchFamily="34" charset="0"/>
              </a:defRPr>
            </a:lvl3pPr>
            <a:lvl4pPr marL="1146175" indent="-3413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4pPr>
            <a:lvl5pPr marL="1487488" indent="-3413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5pPr>
            <a:lvl6pPr marL="19446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6pPr>
            <a:lvl7pPr marL="24018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7pPr>
            <a:lvl8pPr marL="28590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8pPr>
            <a:lvl9pPr marL="33162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27654" name="Content Placeholder 2">
            <a:extLst>
              <a:ext uri="{FF2B5EF4-FFF2-40B4-BE49-F238E27FC236}">
                <a16:creationId xmlns:a16="http://schemas.microsoft.com/office/drawing/2014/main" id="{2F693475-6F64-94F0-6F20-AFBE943A6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17418"/>
              </p:ext>
            </p:extLst>
          </p:nvPr>
        </p:nvGraphicFramePr>
        <p:xfrm>
          <a:off x="695325" y="1387475"/>
          <a:ext cx="110585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605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78C6-1900-3A11-6B40-AB08DFDD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CA3D8246-26F5-C76E-427A-9284539B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wrap="square" anchor="ctr">
            <a:normAutofit/>
          </a:bodyPr>
          <a:lstStyle/>
          <a:p>
            <a:r>
              <a:rPr lang="en-US"/>
              <a:t>Design #2 — Dynamic LLM Agent</a:t>
            </a:r>
            <a:endParaRPr lang="en-US" altLang="en-US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462EB626-4F51-719B-9BF7-4DD2198147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0" y="6337300"/>
            <a:ext cx="685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CBE229A-65E3-0248-93CB-38431A13261B}" type="slidenum">
              <a:rPr lang="en-US" altLang="en-US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7</a:t>
            </a:fld>
            <a:endParaRPr lang="en-US" altLang="en-US">
              <a:solidFill>
                <a:srgbClr val="333333"/>
              </a:solidFill>
            </a:endParaRPr>
          </a:p>
        </p:txBody>
      </p:sp>
      <p:graphicFrame>
        <p:nvGraphicFramePr>
          <p:cNvPr id="27653" name="Content Placeholder 2">
            <a:extLst>
              <a:ext uri="{FF2B5EF4-FFF2-40B4-BE49-F238E27FC236}">
                <a16:creationId xmlns:a16="http://schemas.microsoft.com/office/drawing/2014/main" id="{87C6A468-E6F3-A4AD-20A5-CC7B712102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079274"/>
              </p:ext>
            </p:extLst>
          </p:nvPr>
        </p:nvGraphicFramePr>
        <p:xfrm>
          <a:off x="695325" y="1387475"/>
          <a:ext cx="110585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93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970A1-BF7B-6600-141F-3DFD1595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FF2103B-F79E-7EA9-EA9A-2AFD796D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/>
          <a:lstStyle/>
          <a:p>
            <a:r>
              <a:rPr lang="en-US" dirty="0"/>
              <a:t>Flow Chart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1191218-6A02-0C0A-231D-018247A10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CF94E228-EDBA-BC4C-ABED-6F3C1A901090}" type="slidenum">
              <a:rPr lang="en-US"/>
              <a:pPr>
                <a:spcAft>
                  <a:spcPts val="600"/>
                </a:spcAft>
                <a:defRPr/>
              </a:pPr>
              <a:t>8</a:t>
            </a:fld>
            <a:endParaRPr lang="en-US"/>
          </a:p>
        </p:txBody>
      </p:sp>
      <p:pic>
        <p:nvPicPr>
          <p:cNvPr id="5" name="Picture 4" descr="&#10;">
            <a:extLst>
              <a:ext uri="{FF2B5EF4-FFF2-40B4-BE49-F238E27FC236}">
                <a16:creationId xmlns:a16="http://schemas.microsoft.com/office/drawing/2014/main" id="{0729AC79-5319-31E2-A790-6930CE73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70318"/>
            <a:ext cx="7772400" cy="291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46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EAE5-1BFF-D18F-D660-2BA6FF6E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7D3C3D52-7E2B-FF89-176A-20637593F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Architecture View</a:t>
            </a:r>
            <a:endParaRPr lang="en-US" altLang="en-US" dirty="0"/>
          </a:p>
        </p:txBody>
      </p:sp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DB9DE395-E7EB-660C-8214-37C51BC30C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324" y="1387475"/>
            <a:ext cx="8156067" cy="4351338"/>
          </a:xfrm>
        </p:spPr>
        <p:txBody>
          <a:bodyPr/>
          <a:lstStyle/>
          <a:p>
            <a:r>
              <a:rPr lang="en-US" dirty="0"/>
              <a:t>User → LLM Agent → Tool Orchestrator → Multiple Systems</a:t>
            </a:r>
          </a:p>
          <a:p>
            <a:r>
              <a:rPr lang="en-US" dirty="0"/>
              <a:t>Path is NOT fixed; depends on situation</a:t>
            </a:r>
          </a:p>
          <a:p>
            <a:r>
              <a:rPr lang="en-US" dirty="0"/>
              <a:t>Agent can combine data from many sources</a:t>
            </a:r>
          </a:p>
          <a:p>
            <a:r>
              <a:rPr lang="en-US" dirty="0"/>
              <a:t>Learns from past cases over time</a:t>
            </a: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02C3B2C7-4AC3-8E68-E635-F74C2BE7EB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BE229A-65E3-0248-93CB-38431A13261B}" type="slidenum">
              <a:rPr lang="en-US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36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5849-9063-91E2-8953-E7DE5196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7BE051C7-7110-9233-6DAD-3E2CE3C810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When Agent is Ideal</a:t>
            </a:r>
            <a:endParaRPr lang="en-US" altLang="en-US" dirty="0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EBAB613A-DCBF-8CCD-CB3E-F023D30EEF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0" y="6337300"/>
            <a:ext cx="685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ts val="600"/>
              </a:spcAft>
            </a:pPr>
            <a:fld id="{4CBE229A-65E3-0248-93CB-38431A13261B}" type="slidenum">
              <a:rPr lang="en-US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ts val="600"/>
                </a:spcAft>
              </a:pPr>
              <a:t>10</a:t>
            </a:fld>
            <a:endParaRPr lang="en-US" altLang="en-US">
              <a:solidFill>
                <a:srgbClr val="333333"/>
              </a:solidFill>
            </a:endParaRPr>
          </a:p>
        </p:txBody>
      </p:sp>
      <p:graphicFrame>
        <p:nvGraphicFramePr>
          <p:cNvPr id="27653" name="Content Placeholder 2">
            <a:extLst>
              <a:ext uri="{FF2B5EF4-FFF2-40B4-BE49-F238E27FC236}">
                <a16:creationId xmlns:a16="http://schemas.microsoft.com/office/drawing/2014/main" id="{4569A8E5-D5F9-8C3D-40EC-85FB200FD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372320"/>
              </p:ext>
            </p:extLst>
          </p:nvPr>
        </p:nvGraphicFramePr>
        <p:xfrm>
          <a:off x="695325" y="1387475"/>
          <a:ext cx="110585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054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2">
            <a:extLst>
              <a:ext uri="{FF2B5EF4-FFF2-40B4-BE49-F238E27FC236}">
                <a16:creationId xmlns:a16="http://schemas.microsoft.com/office/drawing/2014/main" id="{C9F403D5-4939-4144-9525-16404EEB6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Comparison</a:t>
            </a:r>
            <a:endParaRPr lang="en-US" altLang="en-US" dirty="0"/>
          </a:p>
        </p:txBody>
      </p:sp>
      <p:sp>
        <p:nvSpPr>
          <p:cNvPr id="28674" name="Content Placeholder 13">
            <a:extLst>
              <a:ext uri="{FF2B5EF4-FFF2-40B4-BE49-F238E27FC236}">
                <a16:creationId xmlns:a16="http://schemas.microsoft.com/office/drawing/2014/main" id="{B2C15C49-6C53-CB47-BD56-A6690DA76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325" y="1387475"/>
            <a:ext cx="5321427" cy="4351338"/>
          </a:xfrm>
        </p:spPr>
        <p:txBody>
          <a:bodyPr/>
          <a:lstStyle/>
          <a:p>
            <a:r>
              <a:rPr lang="en-US" dirty="0"/>
              <a:t>Predictable Workflow</a:t>
            </a:r>
          </a:p>
          <a:p>
            <a:pPr lvl="1"/>
            <a:r>
              <a:rPr lang="en-US" dirty="0"/>
              <a:t>Fast and reliable</a:t>
            </a:r>
          </a:p>
          <a:p>
            <a:pPr lvl="1"/>
            <a:r>
              <a:rPr lang="en-US" dirty="0"/>
              <a:t>Rule-based</a:t>
            </a:r>
          </a:p>
          <a:p>
            <a:pPr lvl="1"/>
            <a:r>
              <a:rPr lang="en-US" dirty="0"/>
              <a:t>No reasoning</a:t>
            </a:r>
          </a:p>
          <a:p>
            <a:pPr lvl="1"/>
            <a:r>
              <a:rPr lang="en-US" dirty="0"/>
              <a:t>Easier governance</a:t>
            </a:r>
          </a:p>
          <a:p>
            <a:pPr lvl="1"/>
            <a:r>
              <a:rPr lang="en-US" dirty="0"/>
              <a:t>Best for routine tasks</a:t>
            </a:r>
          </a:p>
          <a:p>
            <a:endParaRPr lang="en-US" altLang="en-US" dirty="0"/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EE24823D-ADCE-364B-AD5C-F8F56A660C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728D16-B141-8447-AA6F-D59CAF9D4FF7}" type="slidenum">
              <a:rPr lang="en-US" altLang="en-US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>
              <a:solidFill>
                <a:srgbClr val="333333"/>
              </a:solidFill>
            </a:endParaRPr>
          </a:p>
        </p:txBody>
      </p:sp>
      <p:sp>
        <p:nvSpPr>
          <p:cNvPr id="28676" name="Content Placeholder 2">
            <a:extLst>
              <a:ext uri="{FF2B5EF4-FFF2-40B4-BE49-F238E27FC236}">
                <a16:creationId xmlns:a16="http://schemas.microsoft.com/office/drawing/2014/main" id="{A3AE5B55-9698-FD4D-8F76-AF49D4F34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193" y="1387475"/>
            <a:ext cx="4295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rgbClr val="333333"/>
                </a:solidFill>
                <a:latin typeface="Arial" panose="020B0604020202020204" pitchFamily="34" charset="0"/>
              </a:defRPr>
            </a:lvl1pPr>
            <a:lvl2pPr marL="520700" indent="-284163">
              <a:lnSpc>
                <a:spcPct val="90000"/>
              </a:lnSpc>
              <a:spcBef>
                <a:spcPts val="500"/>
              </a:spcBef>
              <a:buClr>
                <a:srgbClr val="616062"/>
              </a:buClr>
              <a:buFont typeface="Arial" panose="020B0604020202020204" pitchFamily="34" charset="0"/>
              <a:buChar char="•"/>
              <a:defRPr sz="2400">
                <a:solidFill>
                  <a:srgbClr val="616062"/>
                </a:solidFill>
                <a:latin typeface="Arial" panose="020B0604020202020204" pitchFamily="34" charset="0"/>
              </a:defRPr>
            </a:lvl2pPr>
            <a:lvl3pPr marL="804863" indent="-2841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616062"/>
                </a:solidFill>
                <a:latin typeface="Arial" panose="020B0604020202020204" pitchFamily="34" charset="0"/>
              </a:defRPr>
            </a:lvl3pPr>
            <a:lvl4pPr marL="1146175" indent="-3413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4pPr>
            <a:lvl5pPr marL="1487488" indent="-3413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5pPr>
            <a:lvl6pPr marL="19446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6pPr>
            <a:lvl7pPr marL="24018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7pPr>
            <a:lvl8pPr marL="28590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8pPr>
            <a:lvl9pPr marL="3316288" indent="-341313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61606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/>
              <a:t>LLM Agent</a:t>
            </a:r>
          </a:p>
          <a:p>
            <a:pPr lvl="1"/>
            <a:r>
              <a:rPr lang="en-US" dirty="0"/>
              <a:t>Flexible and intelligent</a:t>
            </a:r>
          </a:p>
          <a:p>
            <a:pPr lvl="1"/>
            <a:r>
              <a:rPr lang="en-US" dirty="0"/>
              <a:t>Tool-driven</a:t>
            </a:r>
          </a:p>
          <a:p>
            <a:pPr lvl="1"/>
            <a:r>
              <a:rPr lang="en-US" dirty="0"/>
              <a:t>Context-aware reasoning</a:t>
            </a:r>
          </a:p>
          <a:p>
            <a:pPr lvl="1"/>
            <a:r>
              <a:rPr lang="en-US" dirty="0"/>
              <a:t>Harder to govern</a:t>
            </a:r>
          </a:p>
          <a:p>
            <a:pPr lvl="1"/>
            <a:r>
              <a:rPr lang="en-US" dirty="0"/>
              <a:t>Best for edge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Box 2">
            <a:extLst>
              <a:ext uri="{FF2B5EF4-FFF2-40B4-BE49-F238E27FC236}">
                <a16:creationId xmlns:a16="http://schemas.microsoft.com/office/drawing/2014/main" id="{4FB31601-E837-1A4F-BE68-C8A2DE970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3852863"/>
            <a:ext cx="53355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2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2770" name="Title 1">
            <a:extLst>
              <a:ext uri="{FF2B5EF4-FFF2-40B4-BE49-F238E27FC236}">
                <a16:creationId xmlns:a16="http://schemas.microsoft.com/office/drawing/2014/main" id="{2ED66691-E14B-E348-85ED-1F547B773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5457825"/>
            <a:ext cx="4478337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b="1" dirty="0">
                <a:solidFill>
                  <a:srgbClr val="616062"/>
                </a:solidFill>
              </a:rPr>
              <a:t>Kanishkaran 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rgbClr val="616062"/>
                </a:solidFill>
              </a:rPr>
              <a:t>kanishkaranm@presidio.com</a:t>
            </a:r>
            <a:endParaRPr lang="en-US" altLang="en-US" sz="2000" dirty="0">
              <a:solidFill>
                <a:srgbClr val="61606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2E2D4-ADF8-E648-A698-C581A19799C9}"/>
              </a:ext>
            </a:extLst>
          </p:cNvPr>
          <p:cNvCxnSpPr>
            <a:cxnSpLocks/>
          </p:cNvCxnSpPr>
          <p:nvPr/>
        </p:nvCxnSpPr>
        <p:spPr>
          <a:xfrm>
            <a:off x="657225" y="5095875"/>
            <a:ext cx="352425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50EB2EDD-BFA2-D34C-B569-95ED49E692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466" y="5581260"/>
            <a:ext cx="2123754" cy="4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0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idio-PPT-Template-2023-minimal" id="{97235074-1E91-134A-AFC3-D9D3A6312D81}" vid="{011966DF-102B-2C4A-BD37-C8A95533F5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A2A8643B32E4CADAB06797D645788" ma:contentTypeVersion="13" ma:contentTypeDescription="Create a new document." ma:contentTypeScope="" ma:versionID="74b28e3ed87fa84d05806d7426f363cd">
  <xsd:schema xmlns:xsd="http://www.w3.org/2001/XMLSchema" xmlns:xs="http://www.w3.org/2001/XMLSchema" xmlns:p="http://schemas.microsoft.com/office/2006/metadata/properties" xmlns:ns2="579a3956-8c2c-4a5b-a210-a0122c30ac42" xmlns:ns3="29efd1f7-c20c-4d57-99cd-30b3c2f4da1a" targetNamespace="http://schemas.microsoft.com/office/2006/metadata/properties" ma:root="true" ma:fieldsID="952dbb3fb0252b64fe4aef54f1d3ae7d" ns2:_="" ns3:_="">
    <xsd:import namespace="579a3956-8c2c-4a5b-a210-a0122c30ac42"/>
    <xsd:import namespace="29efd1f7-c20c-4d57-99cd-30b3c2f4da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9a3956-8c2c-4a5b-a210-a0122c30ac4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efb7213-5598-45af-a1e8-bb0227de72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fd1f7-c20c-4d57-99cd-30b3c2f4da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5d67701-3a66-4b24-919f-e7b7dc99db07}" ma:internalName="TaxCatchAll" ma:showField="CatchAllData" ma:web="29efd1f7-c20c-4d57-99cd-30b3c2f4da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9a3956-8c2c-4a5b-a210-a0122c30ac42">
      <Terms xmlns="http://schemas.microsoft.com/office/infopath/2007/PartnerControls"/>
    </lcf76f155ced4ddcb4097134ff3c332f>
    <TaxCatchAll xmlns="29efd1f7-c20c-4d57-99cd-30b3c2f4da1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E5FAFA-80E6-404F-A4AA-790A6A2960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9a3956-8c2c-4a5b-a210-a0122c30ac42"/>
    <ds:schemaRef ds:uri="29efd1f7-c20c-4d57-99cd-30b3c2f4da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FA69F8-638F-704C-9002-F52DFA215A98}">
  <ds:schemaRefs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cf68a6e3-2c44-4ef1-bf08-e904f7a8452f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c852705-b33e-47e5-ae8a-a46732e2a719"/>
    <ds:schemaRef ds:uri="579a3956-8c2c-4a5b-a210-a0122c30ac42"/>
    <ds:schemaRef ds:uri="29efd1f7-c20c-4d57-99cd-30b3c2f4da1a"/>
  </ds:schemaRefs>
</ds:datastoreItem>
</file>

<file path=customXml/itemProps3.xml><?xml version="1.0" encoding="utf-8"?>
<ds:datastoreItem xmlns:ds="http://schemas.openxmlformats.org/officeDocument/2006/customXml" ds:itemID="{B43DAFD3-93EE-AB4C-9E0D-36BA56A292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301</Words>
  <Application>Microsoft Macintosh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Helvetica Neue</vt:lpstr>
      <vt:lpstr>Office Theme</vt:lpstr>
      <vt:lpstr>Workflow vs Dynamic Agents.</vt:lpstr>
      <vt:lpstr>Use Case</vt:lpstr>
      <vt:lpstr>Design #1 — Predictable Workflow (Fixed Steps)</vt:lpstr>
      <vt:lpstr>Flow Chart</vt:lpstr>
      <vt:lpstr>Workflow Architecture View</vt:lpstr>
      <vt:lpstr>When Workflow is Ideal</vt:lpstr>
      <vt:lpstr>Design #2 — Dynamic LLM Agent</vt:lpstr>
      <vt:lpstr>Flow Chart</vt:lpstr>
      <vt:lpstr>Agent Architecture View</vt:lpstr>
      <vt:lpstr>When Agent is Ideal</vt:lpstr>
      <vt:lpstr>Direct Comparison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Murugappan, Kanishkaran</dc:creator>
  <cp:lastModifiedBy>Murugappan, Kanishkaran</cp:lastModifiedBy>
  <cp:revision>1</cp:revision>
  <dcterms:created xsi:type="dcterms:W3CDTF">2026-01-20T19:52:19Z</dcterms:created>
  <dcterms:modified xsi:type="dcterms:W3CDTF">2026-01-20T20:18:59Z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0x010100D08A2A8643B32E4CADAB06797D645788</vt:lpwstr>
  </property>
  <property fmtid="{D5CDD505-2E9C-101B-9397-08002B2CF9AE}" pid="3" name="Order">
    <vt:r8>6206300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